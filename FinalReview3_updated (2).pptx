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Lst>
  <p:sldIdLst>
    <p:sldId id="256" r:id="rId15"/>
    <p:sldId id="257" r:id="rId16"/>
    <p:sldId id="258" r:id="rId17"/>
    <p:sldId id="259" r:id="rId18"/>
    <p:sldId id="260" r:id="rId19"/>
    <p:sldId id="261" r:id="rId20"/>
    <p:sldId id="262" r:id="rId21"/>
    <p:sldId id="263" r:id="rId22"/>
    <p:sldId id="264" r:id="rId23"/>
    <p:sldId id="265" r:id="rId24"/>
    <p:sldId id="266" r:id="rId25"/>
    <p:sldId id="267" r:id="rId26"/>
    <p:sldId id="268" r:id="rId27"/>
    <p:sldId id="286" r:id="rId46"/>
    <p:sldId id="288" r:id="rId48"/>
    <p:sldId id="269" r:id="rId28"/>
    <p:sldId id="270" r:id="rId29"/>
    <p:sldId id="271" r:id="rId30"/>
    <p:sldId id="272" r:id="rId31"/>
    <p:sldId id="273" r:id="rId32"/>
    <p:sldId id="274" r:id="rId33"/>
    <p:sldId id="275" r:id="rId34"/>
    <p:sldId id="276" r:id="rId35"/>
    <p:sldId id="277" r:id="rId36"/>
    <p:sldId id="278" r:id="rId37"/>
    <p:sldId id="279" r:id="rId38"/>
    <p:sldId id="280" r:id="rId39"/>
    <p:sldId id="281" r:id="rId40"/>
    <p:sldId id="282" r:id="rId41"/>
    <p:sldId id="283" r:id="rId42"/>
    <p:sldId id="284" r:id="rId43"/>
    <p:sldId id="287" r:id="rId47"/>
    <p:sldId id="285" r:id="rId44"/>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25" Type="http://schemas.openxmlformats.org/officeDocument/2006/relationships/slide" Target="slides/slide11.xml"/><Relationship Id="rId26" Type="http://schemas.openxmlformats.org/officeDocument/2006/relationships/slide" Target="slides/slide12.xml"/><Relationship Id="rId27" Type="http://schemas.openxmlformats.org/officeDocument/2006/relationships/slide" Target="slides/slide13.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3.xml"/><Relationship Id="rId45" Type="http://schemas.openxmlformats.org/officeDocument/2006/relationships/presProps" Target="presProps.xml"/><Relationship Id="rId46" Type="http://schemas.openxmlformats.org/officeDocument/2006/relationships/slide" Target="slides/slide14.xml"/><Relationship Id="rId47" Type="http://schemas.openxmlformats.org/officeDocument/2006/relationships/slide" Target="slides/slide32.xml"/><Relationship Id="rId48"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9783DEB8-FAA7-4307-8DA5-6941EA99E84A}"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9960F173-26AC-4FF2-8D87-07AD4B16C774}"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C6B2715-DC59-4138-B19A-D915B37EDE41}"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 Layout">
    <p:spTree>
      <p:nvGrpSpPr>
        <p:cNvPr id="1" name=""/>
        <p:cNvGrpSpPr/>
        <p:nvPr/>
      </p:nvGrpSpPr>
      <p:grpSpPr>
        <a:xfrm>
          <a:off x="0" y="0"/>
          <a:ext cx="0" cy="0"/>
          <a:chOff x="0" y="0"/>
          <a:chExt cx="0" cy="0"/>
        </a:xfrm>
      </p:grpSpPr>
      <p:sp>
        <p:nvSpPr>
          <p:cNvPr id="2" name="PlaceHolder 1"/>
          <p:cNvSpPr>
            <a:spLocks noGrp="1"/>
          </p:cNvSpPr>
          <p:nvPr>
            <p:ph type="ftr" idx="11"/>
          </p:nvPr>
        </p:nvSpPr>
        <p:spPr/>
        <p:txBody>
          <a:bodyPr/>
          <a:p>
            <a:r>
              <a:t>Footer</a:t>
            </a:r>
          </a:p>
        </p:txBody>
      </p:sp>
      <p:sp>
        <p:nvSpPr>
          <p:cNvPr id="3" name="PlaceHolder 2"/>
          <p:cNvSpPr>
            <a:spLocks noGrp="1"/>
          </p:cNvSpPr>
          <p:nvPr>
            <p:ph type="sldNum" idx="12"/>
          </p:nvPr>
        </p:nvSpPr>
        <p:spPr/>
        <p:txBody>
          <a:bodyPr/>
          <a:p>
            <a:fld id="{F8BEB727-F562-43EB-B482-126587262F21}" type="slidenum">
              <a:t>&lt;#&gt;</a:t>
            </a:fld>
          </a:p>
        </p:txBody>
      </p:sp>
      <p:sp>
        <p:nvSpPr>
          <p:cNvPr id="4" name="PlaceHolder 3"/>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Tex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32"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Arial"/>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449B7EFB-895C-43DA-87E3-C79A7C8561A7}"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4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Arial"/>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664F5A60-8C28-4BEF-9580-48A207C7DCD5}"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3A1EE1A9-3A65-49B3-9016-F1E26F4EADC6}"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55"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Arial"/>
            </a:endParaRPr>
          </a:p>
        </p:txBody>
      </p:sp>
      <p:sp>
        <p:nvSpPr>
          <p:cNvPr id="5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Arial"/>
            </a:endParaRPr>
          </a:p>
        </p:txBody>
      </p:sp>
      <p:sp>
        <p:nvSpPr>
          <p:cNvPr id="5" name="PlaceHolder 4"/>
          <p:cNvSpPr>
            <a:spLocks noGrp="1"/>
          </p:cNvSpPr>
          <p:nvPr>
            <p:ph type="ftr" idx="23"/>
          </p:nvPr>
        </p:nvSpPr>
        <p:spPr/>
        <p:txBody>
          <a:bodyPr/>
          <a:p>
            <a:r>
              <a:t>Footer</a:t>
            </a:r>
          </a:p>
        </p:txBody>
      </p:sp>
      <p:sp>
        <p:nvSpPr>
          <p:cNvPr id="6" name="PlaceHolder 5"/>
          <p:cNvSpPr>
            <a:spLocks noGrp="1"/>
          </p:cNvSpPr>
          <p:nvPr>
            <p:ph type="sldNum" idx="24"/>
          </p:nvPr>
        </p:nvSpPr>
        <p:spPr/>
        <p:txBody>
          <a:bodyPr/>
          <a:p>
            <a:fld id="{5E1C417D-819B-43E8-AA9B-7749D9521A02}" type="slidenum">
              <a:t>&lt;#&gt;</a:t>
            </a:fld>
          </a:p>
        </p:txBody>
      </p:sp>
      <p:sp>
        <p:nvSpPr>
          <p:cNvPr id="7" name="PlaceHolder 6"/>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C34DF358-BC56-44BA-91B7-68C4C6C63F77}"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Arial"/>
            </a:endParaRPr>
          </a:p>
        </p:txBody>
      </p:sp>
      <p:sp>
        <p:nvSpPr>
          <p:cNvPr id="3" name="PlaceHolder 2"/>
          <p:cNvSpPr>
            <a:spLocks noGrp="1"/>
          </p:cNvSpPr>
          <p:nvPr>
            <p:ph type="ftr" idx="29"/>
          </p:nvPr>
        </p:nvSpPr>
        <p:spPr/>
        <p:txBody>
          <a:bodyPr/>
          <a:p>
            <a:r>
              <a:t>Footer</a:t>
            </a:r>
          </a:p>
        </p:txBody>
      </p:sp>
      <p:sp>
        <p:nvSpPr>
          <p:cNvPr id="4" name="PlaceHolder 3"/>
          <p:cNvSpPr>
            <a:spLocks noGrp="1"/>
          </p:cNvSpPr>
          <p:nvPr>
            <p:ph type="sldNum" idx="30"/>
          </p:nvPr>
        </p:nvSpPr>
        <p:spPr/>
        <p:txBody>
          <a:bodyPr/>
          <a:p>
            <a:fld id="{2D2C6B1C-0F08-4C59-897B-65A3D3FAB70D}" type="slidenum">
              <a:t>&lt;#&gt;</a:t>
            </a:fld>
          </a:p>
        </p:txBody>
      </p:sp>
      <p:sp>
        <p:nvSpPr>
          <p:cNvPr id="5" name="PlaceHolder 4"/>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3DECF924-D897-4AE3-95C8-5D4C105D099D}" type="slidenum">
              <a:t>&lt;#&gt;</a:t>
            </a:fld>
          </a:p>
        </p:txBody>
      </p:sp>
      <p:sp>
        <p:nvSpPr>
          <p:cNvPr id="4" name="PlaceHolder 3"/>
          <p:cNvSpPr>
            <a:spLocks noGrp="1"/>
          </p:cNvSpPr>
          <p:nvPr>
            <p:ph type="dt" idx="31"/>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35"/>
          </p:nvPr>
        </p:nvSpPr>
        <p:spPr/>
        <p:txBody>
          <a:bodyPr/>
          <a:p>
            <a:r>
              <a:t>Footer</a:t>
            </a:r>
          </a:p>
        </p:txBody>
      </p:sp>
      <p:sp>
        <p:nvSpPr>
          <p:cNvPr id="3" name="PlaceHolder 2"/>
          <p:cNvSpPr>
            <a:spLocks noGrp="1"/>
          </p:cNvSpPr>
          <p:nvPr>
            <p:ph type="sldNum" idx="36"/>
          </p:nvPr>
        </p:nvSpPr>
        <p:spPr/>
        <p:txBody>
          <a:bodyPr/>
          <a:p>
            <a:fld id="{C19C2315-2689-4B80-B354-1DF5490D5AC6}" type="slidenum">
              <a:t>&lt;#&gt;</a:t>
            </a:fld>
          </a:p>
        </p:txBody>
      </p:sp>
      <p:sp>
        <p:nvSpPr>
          <p:cNvPr id="4" name="PlaceHolder 3"/>
          <p:cNvSpPr>
            <a:spLocks noGrp="1"/>
          </p:cNvSpPr>
          <p:nvPr>
            <p:ph type="dt" idx="34"/>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8"/>
          </p:nvPr>
        </p:nvSpPr>
        <p:spPr/>
        <p:txBody>
          <a:bodyPr/>
          <a:p>
            <a:r>
              <a:t>Footer</a:t>
            </a:r>
          </a:p>
        </p:txBody>
      </p:sp>
      <p:sp>
        <p:nvSpPr>
          <p:cNvPr id="3" name="PlaceHolder 2"/>
          <p:cNvSpPr>
            <a:spLocks noGrp="1"/>
          </p:cNvSpPr>
          <p:nvPr>
            <p:ph type="sldNum" idx="39"/>
          </p:nvPr>
        </p:nvSpPr>
        <p:spPr/>
        <p:txBody>
          <a:bodyPr/>
          <a:p>
            <a:fld id="{9AE3C98E-9D12-4F95-9423-45D04C2BCE71}" type="slidenum">
              <a:t>&lt;#&gt;</a:t>
            </a:fld>
          </a:p>
        </p:txBody>
      </p:sp>
      <p:sp>
        <p:nvSpPr>
          <p:cNvPr id="4" name="PlaceHolder 3"/>
          <p:cNvSpPr>
            <a:spLocks noGrp="1"/>
          </p:cNvSpPr>
          <p:nvPr>
            <p:ph type="dt" idx="37"/>
          </p:nvPr>
        </p:nvSpPr>
        <p:spPr/>
        <p:txBody>
          <a:bodyPr/>
          <a:p>
            <a:r>
              <a:rPr lang="en-US"/>
              <a:t/>
            </a:r>
          </a:p>
        </p:txBody>
      </p:sp>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Picture 2" descr=""/>
          <p:cNvPicPr/>
          <p:nvPr/>
        </p:nvPicPr>
        <p:blipFill>
          <a:blip r:embed="rId2"/>
          <a:stretch/>
        </p:blipFill>
        <p:spPr>
          <a:xfrm>
            <a:off x="0" y="0"/>
            <a:ext cx="12191760" cy="6857640"/>
          </a:xfrm>
          <a:prstGeom prst="rect">
            <a:avLst/>
          </a:prstGeom>
          <a:ln w="9525">
            <a:noFill/>
          </a:ln>
        </p:spPr>
      </p:pic>
      <p:pic>
        <p:nvPicPr>
          <p:cNvPr id="1" name="Picture 2" descr=""/>
          <p:cNvPicPr/>
          <p:nvPr/>
        </p:nvPicPr>
        <p:blipFill>
          <a:blip r:embed="rId3"/>
          <a:srcRect l="0" t="0" r="0" b="3794"/>
          <a:stretch/>
        </p:blipFill>
        <p:spPr>
          <a:xfrm>
            <a:off x="0" y="260280"/>
            <a:ext cx="12191760" cy="6597360"/>
          </a:xfrm>
          <a:prstGeom prst="rect">
            <a:avLst/>
          </a:prstGeom>
          <a:ln w="9525">
            <a:noFill/>
          </a:ln>
        </p:spPr>
      </p:pic>
      <p:sp>
        <p:nvSpPr>
          <p:cNvPr id="2" name="PlaceHolder 1"/>
          <p:cNvSpPr>
            <a:spLocks noGrp="1"/>
          </p:cNvSpPr>
          <p:nvPr>
            <p:ph type="title"/>
          </p:nvPr>
        </p:nvSpPr>
        <p:spPr>
          <a:xfrm>
            <a:off x="624240" y="620640"/>
            <a:ext cx="10942920" cy="108216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3" name="PlaceHolder 2"/>
          <p:cNvSpPr>
            <a:spLocks noGrp="1"/>
          </p:cNvSpPr>
          <p:nvPr>
            <p:ph type="dt" idx="1"/>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 name="PlaceHolder 3"/>
          <p:cNvSpPr>
            <a:spLocks noGrp="1"/>
          </p:cNvSpPr>
          <p:nvPr>
            <p:ph type="ftr" idx="2"/>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 name="PlaceHolder 4"/>
          <p:cNvSpPr>
            <a:spLocks noGrp="1"/>
          </p:cNvSpPr>
          <p:nvPr>
            <p:ph type="sldNum" idx="3"/>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 name="Picture 2" descr=""/>
          <p:cNvPicPr/>
          <p:nvPr/>
        </p:nvPicPr>
        <p:blipFill>
          <a:blip r:embed="rId2"/>
          <a:stretch/>
        </p:blipFill>
        <p:spPr>
          <a:xfrm>
            <a:off x="0" y="0"/>
            <a:ext cx="12191760" cy="6857640"/>
          </a:xfrm>
          <a:prstGeom prst="rect">
            <a:avLst/>
          </a:prstGeom>
          <a:ln w="9525">
            <a:noFill/>
          </a:ln>
        </p:spPr>
      </p:pic>
      <p:sp>
        <p:nvSpPr>
          <p:cNvPr id="9"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10" name="PlaceHolder 2"/>
          <p:cNvSpPr>
            <a:spLocks noGrp="1"/>
          </p:cNvSpPr>
          <p:nvPr>
            <p:ph type="body"/>
          </p:nvPr>
        </p:nvSpPr>
        <p:spPr>
          <a:xfrm>
            <a:off x="609480" y="1174680"/>
            <a:ext cx="10972440" cy="4952520"/>
          </a:xfrm>
          <a:prstGeom prst="rect">
            <a:avLst/>
          </a:prstGeom>
          <a:noFill/>
          <a:ln w="9360">
            <a:noFill/>
          </a:ln>
        </p:spPr>
        <p:txBody>
          <a:bodyPr lIns="45000" rIns="45000" tIns="90000" bIns="90000" anchor="t" vert="eaVe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11" name="PlaceHolder 3"/>
          <p:cNvSpPr>
            <a:spLocks noGrp="1"/>
          </p:cNvSpPr>
          <p:nvPr>
            <p:ph type="dt" idx="4"/>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2" name="PlaceHolder 4"/>
          <p:cNvSpPr>
            <a:spLocks noGrp="1"/>
          </p:cNvSpPr>
          <p:nvPr>
            <p:ph type="ftr" idx="5"/>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3" name="PlaceHolder 5"/>
          <p:cNvSpPr>
            <a:spLocks noGrp="1"/>
          </p:cNvSpPr>
          <p:nvPr>
            <p:ph type="sldNum" idx="6"/>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 name="Picture 2" descr=""/>
          <p:cNvPicPr/>
          <p:nvPr/>
        </p:nvPicPr>
        <p:blipFill>
          <a:blip r:embed="rId2"/>
          <a:stretch/>
        </p:blipFill>
        <p:spPr>
          <a:xfrm>
            <a:off x="0" y="0"/>
            <a:ext cx="12191760" cy="6857640"/>
          </a:xfrm>
          <a:prstGeom prst="rect">
            <a:avLst/>
          </a:prstGeom>
          <a:ln w="9525">
            <a:noFill/>
          </a:ln>
        </p:spPr>
      </p:pic>
      <p:sp>
        <p:nvSpPr>
          <p:cNvPr id="15" name="PlaceHolder 1"/>
          <p:cNvSpPr>
            <a:spLocks noGrp="1"/>
          </p:cNvSpPr>
          <p:nvPr>
            <p:ph type="title"/>
          </p:nvPr>
        </p:nvSpPr>
        <p:spPr>
          <a:xfrm>
            <a:off x="8839080" y="190440"/>
            <a:ext cx="2742840" cy="5936760"/>
          </a:xfrm>
          <a:prstGeom prst="rect">
            <a:avLst/>
          </a:prstGeom>
          <a:noFill/>
          <a:ln w="9360">
            <a:noFill/>
          </a:ln>
        </p:spPr>
        <p:txBody>
          <a:bodyPr lIns="45000" rIns="45000" tIns="90000" bIns="90000" anchor="ctr" vert="eaVert">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16" name="PlaceHolder 2"/>
          <p:cNvSpPr>
            <a:spLocks noGrp="1"/>
          </p:cNvSpPr>
          <p:nvPr>
            <p:ph type="body"/>
          </p:nvPr>
        </p:nvSpPr>
        <p:spPr>
          <a:xfrm>
            <a:off x="609480" y="190440"/>
            <a:ext cx="8026200" cy="5936760"/>
          </a:xfrm>
          <a:prstGeom prst="rect">
            <a:avLst/>
          </a:prstGeom>
          <a:noFill/>
          <a:ln w="9360">
            <a:noFill/>
          </a:ln>
        </p:spPr>
        <p:txBody>
          <a:bodyPr lIns="45000" rIns="45000" tIns="90000" bIns="90000" anchor="t" vert="eaVe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17" name="PlaceHolder 3"/>
          <p:cNvSpPr>
            <a:spLocks noGrp="1"/>
          </p:cNvSpPr>
          <p:nvPr>
            <p:ph type="dt" idx="7"/>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8" name="PlaceHolder 4"/>
          <p:cNvSpPr>
            <a:spLocks noGrp="1"/>
          </p:cNvSpPr>
          <p:nvPr>
            <p:ph type="ftr" idx="8"/>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9" name="PlaceHolder 5"/>
          <p:cNvSpPr>
            <a:spLocks noGrp="1"/>
          </p:cNvSpPr>
          <p:nvPr>
            <p:ph type="sldNum" idx="9"/>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0" name="Picture 2" descr=""/>
          <p:cNvPicPr/>
          <p:nvPr/>
        </p:nvPicPr>
        <p:blipFill>
          <a:blip r:embed="rId2"/>
          <a:stretch/>
        </p:blipFill>
        <p:spPr>
          <a:xfrm>
            <a:off x="0" y="0"/>
            <a:ext cx="12191760" cy="6857640"/>
          </a:xfrm>
          <a:prstGeom prst="rect">
            <a:avLst/>
          </a:prstGeom>
          <a:ln w="9525">
            <a:noFill/>
          </a:ln>
        </p:spPr>
      </p:pic>
      <p:sp>
        <p:nvSpPr>
          <p:cNvPr id="21"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22" name="PlaceHolder 2"/>
          <p:cNvSpPr>
            <a:spLocks noGrp="1"/>
          </p:cNvSpPr>
          <p:nvPr>
            <p:ph type="dt" idx="10"/>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3" name="PlaceHolder 3"/>
          <p:cNvSpPr>
            <a:spLocks noGrp="1"/>
          </p:cNvSpPr>
          <p:nvPr>
            <p:ph type="ftr" idx="11"/>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4" name="PlaceHolder 4"/>
          <p:cNvSpPr>
            <a:spLocks noGrp="1"/>
          </p:cNvSpPr>
          <p:nvPr>
            <p:ph type="sldNum" idx="12"/>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5" name="Picture 2" descr=""/>
          <p:cNvPicPr/>
          <p:nvPr/>
        </p:nvPicPr>
        <p:blipFill>
          <a:blip r:embed="rId2"/>
          <a:stretch/>
        </p:blipFill>
        <p:spPr>
          <a:xfrm>
            <a:off x="0" y="0"/>
            <a:ext cx="12191760" cy="6857640"/>
          </a:xfrm>
          <a:prstGeom prst="rect">
            <a:avLst/>
          </a:prstGeom>
          <a:ln w="9525">
            <a:noFill/>
          </a:ln>
        </p:spPr>
      </p:pic>
      <p:sp>
        <p:nvSpPr>
          <p:cNvPr id="26"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27" name="PlaceHolder 2"/>
          <p:cNvSpPr>
            <a:spLocks noGrp="1"/>
          </p:cNvSpPr>
          <p:nvPr>
            <p:ph type="body"/>
          </p:nvPr>
        </p:nvSpPr>
        <p:spPr>
          <a:xfrm>
            <a:off x="609480" y="1174680"/>
            <a:ext cx="10972440" cy="49525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28" name="PlaceHolder 3"/>
          <p:cNvSpPr>
            <a:spLocks noGrp="1"/>
          </p:cNvSpPr>
          <p:nvPr>
            <p:ph type="dt" idx="13"/>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29" name="PlaceHolder 4"/>
          <p:cNvSpPr>
            <a:spLocks noGrp="1"/>
          </p:cNvSpPr>
          <p:nvPr>
            <p:ph type="ftr" idx="14"/>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0" name="PlaceHolder 5"/>
          <p:cNvSpPr>
            <a:spLocks noGrp="1"/>
          </p:cNvSpPr>
          <p:nvPr>
            <p:ph type="sldNum" idx="15"/>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33" name="Picture 2" descr=""/>
          <p:cNvPicPr/>
          <p:nvPr/>
        </p:nvPicPr>
        <p:blipFill>
          <a:blip r:embed="rId2"/>
          <a:stretch/>
        </p:blipFill>
        <p:spPr>
          <a:xfrm>
            <a:off x="0" y="0"/>
            <a:ext cx="12191760" cy="6857640"/>
          </a:xfrm>
          <a:prstGeom prst="rect">
            <a:avLst/>
          </a:prstGeom>
          <a:ln w="9525">
            <a:noFill/>
          </a:ln>
        </p:spPr>
      </p:pic>
      <p:sp>
        <p:nvSpPr>
          <p:cNvPr id="34"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35" name="PlaceHolder 2"/>
          <p:cNvSpPr>
            <a:spLocks noGrp="1"/>
          </p:cNvSpPr>
          <p:nvPr>
            <p:ph type="body"/>
          </p:nvPr>
        </p:nvSpPr>
        <p:spPr>
          <a:xfrm>
            <a:off x="609480" y="1174680"/>
            <a:ext cx="10972440" cy="49525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36" name="PlaceHolder 3"/>
          <p:cNvSpPr>
            <a:spLocks noGrp="1"/>
          </p:cNvSpPr>
          <p:nvPr>
            <p:ph type="dt" idx="16"/>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7" name="PlaceHolder 4"/>
          <p:cNvSpPr>
            <a:spLocks noGrp="1"/>
          </p:cNvSpPr>
          <p:nvPr>
            <p:ph type="ftr" idx="17"/>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8" name="PlaceHolder 5"/>
          <p:cNvSpPr>
            <a:spLocks noGrp="1"/>
          </p:cNvSpPr>
          <p:nvPr>
            <p:ph type="sldNum" idx="18"/>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1" name="Picture 2" descr=""/>
          <p:cNvPicPr/>
          <p:nvPr/>
        </p:nvPicPr>
        <p:blipFill>
          <a:blip r:embed="rId2"/>
          <a:stretch/>
        </p:blipFill>
        <p:spPr>
          <a:xfrm>
            <a:off x="0" y="0"/>
            <a:ext cx="12191760" cy="6857640"/>
          </a:xfrm>
          <a:prstGeom prst="rect">
            <a:avLst/>
          </a:prstGeom>
          <a:ln w="9525">
            <a:noFill/>
          </a:ln>
        </p:spPr>
      </p:pic>
      <p:sp>
        <p:nvSpPr>
          <p:cNvPr id="42" name="PlaceHolder 1"/>
          <p:cNvSpPr>
            <a:spLocks noGrp="1"/>
          </p:cNvSpPr>
          <p:nvPr>
            <p:ph type="title"/>
          </p:nvPr>
        </p:nvSpPr>
        <p:spPr>
          <a:xfrm>
            <a:off x="831960" y="1709640"/>
            <a:ext cx="10515240" cy="2852280"/>
          </a:xfrm>
          <a:prstGeom prst="rect">
            <a:avLst/>
          </a:prstGeom>
          <a:noFill/>
          <a:ln w="9360">
            <a:noFill/>
          </a:ln>
        </p:spPr>
        <p:txBody>
          <a:bodyPr lIns="90000" rIns="90000" tIns="45000" bIns="45000" anchor="b">
            <a:noAutofit/>
          </a:bodyPr>
          <a:p>
            <a:pPr indent="0">
              <a:lnSpc>
                <a:spcPct val="100000"/>
              </a:lnSpc>
              <a:buNone/>
            </a:pPr>
            <a:r>
              <a:rPr b="0" lang="en-US" sz="6000" spc="-1" strike="noStrike">
                <a:solidFill>
                  <a:schemeClr val="dk1"/>
                </a:solidFill>
                <a:latin typeface="Arial"/>
                <a:ea typeface="SimSun"/>
              </a:rPr>
              <a:t>Click to edit Master title style</a:t>
            </a:r>
            <a:endParaRPr b="0" lang="en-US" sz="6000" spc="-1" strike="noStrike">
              <a:solidFill>
                <a:schemeClr val="dk1"/>
              </a:solidFill>
              <a:latin typeface="Arial"/>
            </a:endParaRPr>
          </a:p>
        </p:txBody>
      </p:sp>
      <p:sp>
        <p:nvSpPr>
          <p:cNvPr id="43" name="PlaceHolder 2"/>
          <p:cNvSpPr>
            <a:spLocks noGrp="1"/>
          </p:cNvSpPr>
          <p:nvPr>
            <p:ph type="body"/>
          </p:nvPr>
        </p:nvSpPr>
        <p:spPr>
          <a:xfrm>
            <a:off x="831960" y="4589640"/>
            <a:ext cx="10515240" cy="1499760"/>
          </a:xfrm>
          <a:prstGeom prst="rect">
            <a:avLst/>
          </a:prstGeom>
          <a:noFill/>
          <a:ln w="9360">
            <a:noFill/>
          </a:ln>
        </p:spPr>
        <p:txBody>
          <a:bodyPr lIns="90000" rIns="90000" tIns="45000" bIns="45000" anchor="t">
            <a:noAutofit/>
          </a:bodyPr>
          <a:p>
            <a:pPr indent="0">
              <a:lnSpc>
                <a:spcPct val="100000"/>
              </a:lnSpc>
              <a:spcBef>
                <a:spcPts val="479"/>
              </a:spcBef>
              <a:buNone/>
              <a:tabLst>
                <a:tab algn="l" pos="0"/>
              </a:tabLst>
            </a:pPr>
            <a:r>
              <a:rPr b="0" lang="en-US" sz="2400" spc="-1" strike="noStrike">
                <a:solidFill>
                  <a:schemeClr val="dk1"/>
                </a:solidFill>
                <a:latin typeface="Arial"/>
                <a:ea typeface="SimSun"/>
              </a:rPr>
              <a:t>Click to edit Master text styles</a:t>
            </a:r>
            <a:endParaRPr b="0" lang="en-US" sz="2400" spc="-1" strike="noStrike">
              <a:solidFill>
                <a:schemeClr val="dk1"/>
              </a:solidFill>
              <a:latin typeface="Arial"/>
            </a:endParaRPr>
          </a:p>
        </p:txBody>
      </p:sp>
      <p:sp>
        <p:nvSpPr>
          <p:cNvPr id="44" name="PlaceHolder 3"/>
          <p:cNvSpPr>
            <a:spLocks noGrp="1"/>
          </p:cNvSpPr>
          <p:nvPr>
            <p:ph type="dt" idx="19"/>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45" name="PlaceHolder 4"/>
          <p:cNvSpPr>
            <a:spLocks noGrp="1"/>
          </p:cNvSpPr>
          <p:nvPr>
            <p:ph type="ftr" idx="20"/>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6" name="PlaceHolder 5"/>
          <p:cNvSpPr>
            <a:spLocks noGrp="1"/>
          </p:cNvSpPr>
          <p:nvPr>
            <p:ph type="sldNum" idx="21"/>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47" name="Picture 2" descr=""/>
          <p:cNvPicPr/>
          <p:nvPr/>
        </p:nvPicPr>
        <p:blipFill>
          <a:blip r:embed="rId2"/>
          <a:stretch/>
        </p:blipFill>
        <p:spPr>
          <a:xfrm>
            <a:off x="0" y="0"/>
            <a:ext cx="12191760" cy="6857640"/>
          </a:xfrm>
          <a:prstGeom prst="rect">
            <a:avLst/>
          </a:prstGeom>
          <a:ln w="9525">
            <a:noFill/>
          </a:ln>
        </p:spPr>
      </p:pic>
      <p:sp>
        <p:nvSpPr>
          <p:cNvPr id="48"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49" name="PlaceHolder 2"/>
          <p:cNvSpPr>
            <a:spLocks noGrp="1"/>
          </p:cNvSpPr>
          <p:nvPr>
            <p:ph type="body"/>
          </p:nvPr>
        </p:nvSpPr>
        <p:spPr>
          <a:xfrm>
            <a:off x="609480" y="1174680"/>
            <a:ext cx="5384520" cy="49525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50" name="PlaceHolder 3"/>
          <p:cNvSpPr>
            <a:spLocks noGrp="1"/>
          </p:cNvSpPr>
          <p:nvPr>
            <p:ph type="body"/>
          </p:nvPr>
        </p:nvSpPr>
        <p:spPr>
          <a:xfrm>
            <a:off x="6197760" y="1174680"/>
            <a:ext cx="5384520" cy="49525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51" name="PlaceHolder 4"/>
          <p:cNvSpPr>
            <a:spLocks noGrp="1"/>
          </p:cNvSpPr>
          <p:nvPr>
            <p:ph type="dt" idx="22"/>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52" name="PlaceHolder 5"/>
          <p:cNvSpPr>
            <a:spLocks noGrp="1"/>
          </p:cNvSpPr>
          <p:nvPr>
            <p:ph type="ftr" idx="23"/>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3" name="PlaceHolder 6"/>
          <p:cNvSpPr>
            <a:spLocks noGrp="1"/>
          </p:cNvSpPr>
          <p:nvPr>
            <p:ph type="sldNum" idx="24"/>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57" name="Picture 2" descr=""/>
          <p:cNvPicPr/>
          <p:nvPr/>
        </p:nvPicPr>
        <p:blipFill>
          <a:blip r:embed="rId2"/>
          <a:stretch/>
        </p:blipFill>
        <p:spPr>
          <a:xfrm>
            <a:off x="0" y="0"/>
            <a:ext cx="12191760" cy="6857640"/>
          </a:xfrm>
          <a:prstGeom prst="rect">
            <a:avLst/>
          </a:prstGeom>
          <a:ln w="9525">
            <a:noFill/>
          </a:ln>
        </p:spPr>
      </p:pic>
      <p:sp>
        <p:nvSpPr>
          <p:cNvPr id="58" name="PlaceHolder 1"/>
          <p:cNvSpPr>
            <a:spLocks noGrp="1"/>
          </p:cNvSpPr>
          <p:nvPr>
            <p:ph type="title"/>
          </p:nvPr>
        </p:nvSpPr>
        <p:spPr>
          <a:xfrm>
            <a:off x="840240" y="365040"/>
            <a:ext cx="10515240" cy="132516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59" name="PlaceHolder 2"/>
          <p:cNvSpPr>
            <a:spLocks noGrp="1"/>
          </p:cNvSpPr>
          <p:nvPr>
            <p:ph type="body"/>
          </p:nvPr>
        </p:nvSpPr>
        <p:spPr>
          <a:xfrm>
            <a:off x="840240" y="1681200"/>
            <a:ext cx="5158080" cy="823680"/>
          </a:xfrm>
          <a:prstGeom prst="rect">
            <a:avLst/>
          </a:prstGeom>
          <a:noFill/>
          <a:ln w="9360">
            <a:noFill/>
          </a:ln>
        </p:spPr>
        <p:txBody>
          <a:bodyPr lIns="90000" rIns="90000" tIns="45000" bIns="45000" anchor="b">
            <a:noAutofit/>
          </a:bodyPr>
          <a:p>
            <a:pPr indent="0">
              <a:lnSpc>
                <a:spcPct val="100000"/>
              </a:lnSpc>
              <a:spcBef>
                <a:spcPts val="479"/>
              </a:spcBef>
              <a:buNone/>
              <a:tabLst>
                <a:tab algn="l" pos="0"/>
              </a:tabLst>
            </a:pPr>
            <a:r>
              <a:rPr b="1" lang="en-US" sz="2400" spc="-1" strike="noStrike">
                <a:solidFill>
                  <a:schemeClr val="dk1"/>
                </a:solidFill>
                <a:latin typeface="Arial"/>
                <a:ea typeface="SimSun"/>
              </a:rPr>
              <a:t>Click to edit Master text styles</a:t>
            </a:r>
            <a:endParaRPr b="0" lang="en-US" sz="2400" spc="-1" strike="noStrike">
              <a:solidFill>
                <a:schemeClr val="dk1"/>
              </a:solidFill>
              <a:latin typeface="Arial"/>
            </a:endParaRPr>
          </a:p>
        </p:txBody>
      </p:sp>
      <p:sp>
        <p:nvSpPr>
          <p:cNvPr id="60" name="PlaceHolder 3"/>
          <p:cNvSpPr>
            <a:spLocks noGrp="1"/>
          </p:cNvSpPr>
          <p:nvPr>
            <p:ph type="body"/>
          </p:nvPr>
        </p:nvSpPr>
        <p:spPr>
          <a:xfrm>
            <a:off x="840240" y="2505240"/>
            <a:ext cx="5158080" cy="368424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61" name="PlaceHolder 4"/>
          <p:cNvSpPr>
            <a:spLocks noGrp="1"/>
          </p:cNvSpPr>
          <p:nvPr>
            <p:ph type="body"/>
          </p:nvPr>
        </p:nvSpPr>
        <p:spPr>
          <a:xfrm>
            <a:off x="6172200" y="1681200"/>
            <a:ext cx="5183280" cy="823680"/>
          </a:xfrm>
          <a:prstGeom prst="rect">
            <a:avLst/>
          </a:prstGeom>
          <a:noFill/>
          <a:ln w="9360">
            <a:noFill/>
          </a:ln>
        </p:spPr>
        <p:txBody>
          <a:bodyPr lIns="90000" rIns="90000" tIns="45000" bIns="45000" anchor="b">
            <a:noAutofit/>
          </a:bodyPr>
          <a:p>
            <a:pPr indent="0">
              <a:lnSpc>
                <a:spcPct val="100000"/>
              </a:lnSpc>
              <a:spcBef>
                <a:spcPts val="479"/>
              </a:spcBef>
              <a:buNone/>
              <a:tabLst>
                <a:tab algn="l" pos="0"/>
              </a:tabLst>
            </a:pPr>
            <a:r>
              <a:rPr b="1" lang="en-US" sz="2400" spc="-1" strike="noStrike">
                <a:solidFill>
                  <a:schemeClr val="dk1"/>
                </a:solidFill>
                <a:latin typeface="Arial"/>
                <a:ea typeface="SimSun"/>
              </a:rPr>
              <a:t>Click to edit Master text styles</a:t>
            </a:r>
            <a:endParaRPr b="0" lang="en-US" sz="2400" spc="-1" strike="noStrike">
              <a:solidFill>
                <a:schemeClr val="dk1"/>
              </a:solidFill>
              <a:latin typeface="Arial"/>
            </a:endParaRPr>
          </a:p>
        </p:txBody>
      </p:sp>
      <p:sp>
        <p:nvSpPr>
          <p:cNvPr id="62" name="PlaceHolder 5"/>
          <p:cNvSpPr>
            <a:spLocks noGrp="1"/>
          </p:cNvSpPr>
          <p:nvPr>
            <p:ph type="body"/>
          </p:nvPr>
        </p:nvSpPr>
        <p:spPr>
          <a:xfrm>
            <a:off x="6172200" y="2505240"/>
            <a:ext cx="5183280" cy="368424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63" name="PlaceHolder 6"/>
          <p:cNvSpPr>
            <a:spLocks noGrp="1"/>
          </p:cNvSpPr>
          <p:nvPr>
            <p:ph type="dt" idx="25"/>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4" name="PlaceHolder 7"/>
          <p:cNvSpPr>
            <a:spLocks noGrp="1"/>
          </p:cNvSpPr>
          <p:nvPr>
            <p:ph type="ftr" idx="26"/>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5" name="PlaceHolder 8"/>
          <p:cNvSpPr>
            <a:spLocks noGrp="1"/>
          </p:cNvSpPr>
          <p:nvPr>
            <p:ph type="sldNum" idx="27"/>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6" name="Picture 2" descr=""/>
          <p:cNvPicPr/>
          <p:nvPr/>
        </p:nvPicPr>
        <p:blipFill>
          <a:blip r:embed="rId2"/>
          <a:stretch/>
        </p:blipFill>
        <p:spPr>
          <a:xfrm>
            <a:off x="0" y="0"/>
            <a:ext cx="12191760" cy="6857640"/>
          </a:xfrm>
          <a:prstGeom prst="rect">
            <a:avLst/>
          </a:prstGeom>
          <a:ln w="9525">
            <a:noFill/>
          </a:ln>
        </p:spPr>
      </p:pic>
      <p:sp>
        <p:nvSpPr>
          <p:cNvPr id="67" name="PlaceHolder 1"/>
          <p:cNvSpPr>
            <a:spLocks noGrp="1"/>
          </p:cNvSpPr>
          <p:nvPr>
            <p:ph type="title"/>
          </p:nvPr>
        </p:nvSpPr>
        <p:spPr>
          <a:xfrm>
            <a:off x="609480" y="190440"/>
            <a:ext cx="10972440" cy="58212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Arial"/>
                <a:ea typeface="SimSun"/>
              </a:rPr>
              <a:t>Click to edit Master title style</a:t>
            </a:r>
            <a:endParaRPr b="0" lang="en-US" sz="3600" spc="-1" strike="noStrike">
              <a:solidFill>
                <a:schemeClr val="dk1"/>
              </a:solidFill>
              <a:latin typeface="Arial"/>
            </a:endParaRPr>
          </a:p>
        </p:txBody>
      </p:sp>
      <p:sp>
        <p:nvSpPr>
          <p:cNvPr id="68" name="PlaceHolder 2"/>
          <p:cNvSpPr>
            <a:spLocks noGrp="1"/>
          </p:cNvSpPr>
          <p:nvPr>
            <p:ph type="dt" idx="28"/>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9" name="PlaceHolder 3"/>
          <p:cNvSpPr>
            <a:spLocks noGrp="1"/>
          </p:cNvSpPr>
          <p:nvPr>
            <p:ph type="ftr" idx="29"/>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0" name="PlaceHolder 4"/>
          <p:cNvSpPr>
            <a:spLocks noGrp="1"/>
          </p:cNvSpPr>
          <p:nvPr>
            <p:ph type="sldNum" idx="30"/>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
        <p:nvSpPr>
          <p:cNvPr id="71"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rial"/>
              </a:rPr>
              <a:t>Second Outline Level</a:t>
            </a:r>
            <a:endParaRPr b="0" lang="en-US"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rial"/>
              </a:rPr>
              <a:t>Third Outline Level</a:t>
            </a:r>
            <a:endParaRPr b="0" lang="en-US"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rial"/>
              </a:rPr>
              <a:t>Fourth Outline Level</a:t>
            </a:r>
            <a:endParaRPr b="0" lang="en-US"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3" name="Picture 2" descr=""/>
          <p:cNvPicPr/>
          <p:nvPr/>
        </p:nvPicPr>
        <p:blipFill>
          <a:blip r:embed="rId2"/>
          <a:stretch/>
        </p:blipFill>
        <p:spPr>
          <a:xfrm>
            <a:off x="0" y="0"/>
            <a:ext cx="12191760" cy="6857640"/>
          </a:xfrm>
          <a:prstGeom prst="rect">
            <a:avLst/>
          </a:prstGeom>
          <a:ln w="9525">
            <a:noFill/>
          </a:ln>
        </p:spPr>
      </p:pic>
      <p:sp>
        <p:nvSpPr>
          <p:cNvPr id="74" name="PlaceHolder 1"/>
          <p:cNvSpPr>
            <a:spLocks noGrp="1"/>
          </p:cNvSpPr>
          <p:nvPr>
            <p:ph type="dt" idx="31"/>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75" name="PlaceHolder 2"/>
          <p:cNvSpPr>
            <a:spLocks noGrp="1"/>
          </p:cNvSpPr>
          <p:nvPr>
            <p:ph type="ftr" idx="32"/>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6" name="PlaceHolder 3"/>
          <p:cNvSpPr>
            <a:spLocks noGrp="1"/>
          </p:cNvSpPr>
          <p:nvPr>
            <p:ph type="sldNum" idx="33"/>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
        <p:nvSpPr>
          <p:cNvPr id="77"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Arial"/>
              </a:rPr>
              <a:t>Click to edit the title text format</a:t>
            </a:r>
            <a:endParaRPr b="0" lang="en-US" sz="1800" spc="-1" strike="noStrike">
              <a:solidFill>
                <a:schemeClr val="dk1"/>
              </a:solidFill>
              <a:latin typeface="Arial"/>
            </a:endParaRPr>
          </a:p>
        </p:txBody>
      </p:sp>
      <p:sp>
        <p:nvSpPr>
          <p:cNvPr id="78"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Arial"/>
              </a:rPr>
              <a:t>Second Outline Level</a:t>
            </a:r>
            <a:endParaRPr b="0" lang="en-US" sz="24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Arial"/>
              </a:rPr>
              <a:t>Third Outline Level</a:t>
            </a:r>
            <a:endParaRPr b="0" lang="en-US" sz="20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Arial"/>
              </a:rPr>
              <a:t>Fourth Outline Level</a:t>
            </a:r>
            <a:endParaRPr b="0" lang="en-US" sz="20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Arial"/>
              </a:rPr>
              <a:t>Fifth Outline Level</a:t>
            </a:r>
            <a:endParaRPr b="0" lang="en-US" sz="20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Arial"/>
              </a:rPr>
              <a:t>Sixth Outline Level</a:t>
            </a:r>
            <a:endParaRPr b="0" lang="en-US" sz="20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Arial"/>
              </a:rPr>
              <a:t>Seventh Outline Level</a:t>
            </a:r>
            <a:endParaRPr b="0" lang="en-US" sz="2000" spc="-1" strike="noStrike">
              <a:solidFill>
                <a:schemeClr val="dk1"/>
              </a:solidFill>
              <a:latin typeface="Arial"/>
            </a:endParaRPr>
          </a:p>
        </p:txBody>
      </p:sp>
    </p:spTree>
  </p:cSld>
  <p:clrMap bg1="lt1" bg2="lt2" tx1="dk1"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79" name="Picture 2" descr=""/>
          <p:cNvPicPr/>
          <p:nvPr/>
        </p:nvPicPr>
        <p:blipFill>
          <a:blip r:embed="rId2"/>
          <a:stretch/>
        </p:blipFill>
        <p:spPr>
          <a:xfrm>
            <a:off x="0" y="0"/>
            <a:ext cx="12191760" cy="6857640"/>
          </a:xfrm>
          <a:prstGeom prst="rect">
            <a:avLst/>
          </a:prstGeom>
          <a:ln w="9525">
            <a:noFill/>
          </a:ln>
        </p:spPr>
      </p:pic>
      <p:sp>
        <p:nvSpPr>
          <p:cNvPr id="80" name="PlaceHolder 1"/>
          <p:cNvSpPr>
            <a:spLocks noGrp="1"/>
          </p:cNvSpPr>
          <p:nvPr>
            <p:ph type="title"/>
          </p:nvPr>
        </p:nvSpPr>
        <p:spPr>
          <a:xfrm>
            <a:off x="840240" y="457200"/>
            <a:ext cx="3932280" cy="1599840"/>
          </a:xfrm>
          <a:prstGeom prst="rect">
            <a:avLst/>
          </a:prstGeom>
          <a:noFill/>
          <a:ln w="9360">
            <a:noFill/>
          </a:ln>
        </p:spPr>
        <p:txBody>
          <a:bodyPr lIns="90000" rIns="90000" tIns="45000" bIns="45000" anchor="b">
            <a:noAutofit/>
          </a:bodyPr>
          <a:p>
            <a:pPr indent="0">
              <a:lnSpc>
                <a:spcPct val="100000"/>
              </a:lnSpc>
              <a:buNone/>
            </a:pPr>
            <a:r>
              <a:rPr b="0" lang="en-US" sz="3200" spc="-1" strike="noStrike">
                <a:solidFill>
                  <a:schemeClr val="dk1"/>
                </a:solidFill>
                <a:latin typeface="Arial"/>
                <a:ea typeface="SimSun"/>
              </a:rPr>
              <a:t>Click to edit Master title style</a:t>
            </a:r>
            <a:endParaRPr b="0" lang="en-US" sz="3200" spc="-1" strike="noStrike">
              <a:solidFill>
                <a:schemeClr val="dk1"/>
              </a:solidFill>
              <a:latin typeface="Arial"/>
            </a:endParaRPr>
          </a:p>
        </p:txBody>
      </p:sp>
      <p:sp>
        <p:nvSpPr>
          <p:cNvPr id="81" name="PlaceHolder 2"/>
          <p:cNvSpPr>
            <a:spLocks noGrp="1"/>
          </p:cNvSpPr>
          <p:nvPr>
            <p:ph type="body"/>
          </p:nvPr>
        </p:nvSpPr>
        <p:spPr>
          <a:xfrm>
            <a:off x="5183640" y="987480"/>
            <a:ext cx="6171840" cy="4873320"/>
          </a:xfrm>
          <a:prstGeom prst="rect">
            <a:avLst/>
          </a:prstGeom>
          <a:noFill/>
          <a:ln w="9360">
            <a:noFill/>
          </a:ln>
        </p:spPr>
        <p:txBody>
          <a:bodyPr lIns="90000" rIns="90000" tIns="45000" bIns="45000" anchor="t">
            <a:noAutofit/>
          </a:bodyPr>
          <a:p>
            <a:pPr marL="343080" indent="-343080">
              <a:lnSpc>
                <a:spcPct val="100000"/>
              </a:lnSpc>
              <a:spcBef>
                <a:spcPts val="641"/>
              </a:spcBef>
              <a:buClr>
                <a:srgbClr val="000000"/>
              </a:buClr>
              <a:buFont typeface="Symbol" charset="2"/>
              <a:buChar char=""/>
            </a:pPr>
            <a:r>
              <a:rPr b="0" lang="en-US" sz="3200" spc="-1" strike="noStrike">
                <a:solidFill>
                  <a:schemeClr val="dk1"/>
                </a:solidFill>
                <a:latin typeface="Arial"/>
                <a:ea typeface="SimSun"/>
              </a:rPr>
              <a:t>Click to edit Master text styles</a:t>
            </a:r>
            <a:endParaRPr b="0" lang="en-US" sz="3200" spc="-1" strike="noStrike">
              <a:solidFill>
                <a:schemeClr val="dk1"/>
              </a:solidFill>
              <a:latin typeface="Arial"/>
            </a:endParaRPr>
          </a:p>
          <a:p>
            <a:pPr lvl="1" marL="743040" indent="-285840">
              <a:lnSpc>
                <a:spcPct val="100000"/>
              </a:lnSpc>
              <a:spcBef>
                <a:spcPts val="561"/>
              </a:spcBef>
              <a:buClr>
                <a:srgbClr val="000000"/>
              </a:buClr>
              <a:buFont typeface="Symbol" charset="2"/>
              <a:buChar char=""/>
            </a:pPr>
            <a:r>
              <a:rPr b="0" lang="en-US" sz="2800" spc="-1" strike="noStrike">
                <a:solidFill>
                  <a:schemeClr val="dk1"/>
                </a:solidFill>
                <a:latin typeface="Arial"/>
                <a:ea typeface="SimSun"/>
              </a:rPr>
              <a:t>Second level</a:t>
            </a:r>
            <a:endParaRPr b="0" lang="en-US" sz="2800" spc="-1" strike="noStrike">
              <a:solidFill>
                <a:schemeClr val="dk1"/>
              </a:solidFill>
              <a:latin typeface="Arial"/>
            </a:endParaRPr>
          </a:p>
          <a:p>
            <a:pPr lvl="2" marL="1143000" indent="-228600">
              <a:lnSpc>
                <a:spcPct val="100000"/>
              </a:lnSpc>
              <a:spcBef>
                <a:spcPts val="479"/>
              </a:spcBef>
              <a:buClr>
                <a:srgbClr val="000000"/>
              </a:buClr>
              <a:buFont typeface="Symbol" charset="2"/>
              <a:buChar char=""/>
            </a:pPr>
            <a:r>
              <a:rPr b="0" lang="en-US" sz="2400" spc="-1" strike="noStrike">
                <a:solidFill>
                  <a:schemeClr val="dk1"/>
                </a:solidFill>
                <a:latin typeface="Arial"/>
                <a:ea typeface="SimSun"/>
              </a:rPr>
              <a:t>Third level</a:t>
            </a:r>
            <a:endParaRPr b="0" lang="en-US" sz="2400" spc="-1" strike="noStrike">
              <a:solidFill>
                <a:schemeClr val="dk1"/>
              </a:solidFill>
              <a:latin typeface="Arial"/>
            </a:endParaRPr>
          </a:p>
          <a:p>
            <a:pPr lvl="3" marL="1600200" indent="-228600">
              <a:lnSpc>
                <a:spcPct val="100000"/>
              </a:lnSpc>
              <a:spcBef>
                <a:spcPts val="400"/>
              </a:spcBef>
              <a:buClr>
                <a:srgbClr val="000000"/>
              </a:buClr>
              <a:buFont typeface="Symbol" charset="2"/>
              <a:buChar char=""/>
            </a:pPr>
            <a:r>
              <a:rPr b="0" lang="en-US" sz="2000" spc="-1" strike="noStrike">
                <a:solidFill>
                  <a:schemeClr val="dk1"/>
                </a:solidFill>
                <a:latin typeface="Arial"/>
                <a:ea typeface="SimSun"/>
              </a:rPr>
              <a:t>Fourth level</a:t>
            </a:r>
            <a:endParaRPr b="0" lang="en-US" sz="2000" spc="-1" strike="noStrike">
              <a:solidFill>
                <a:schemeClr val="dk1"/>
              </a:solidFill>
              <a:latin typeface="Arial"/>
            </a:endParaRPr>
          </a:p>
          <a:p>
            <a:pPr lvl="4" marL="2057400" indent="-228600">
              <a:lnSpc>
                <a:spcPct val="100000"/>
              </a:lnSpc>
              <a:spcBef>
                <a:spcPts val="400"/>
              </a:spcBef>
              <a:buClr>
                <a:srgbClr val="000000"/>
              </a:buClr>
              <a:buFont typeface="OpenSymbol"/>
              <a:buChar char="»"/>
            </a:pPr>
            <a:r>
              <a:rPr b="0" lang="en-US" sz="2000" spc="-1" strike="noStrike">
                <a:solidFill>
                  <a:schemeClr val="dk1"/>
                </a:solidFill>
                <a:latin typeface="Arial"/>
                <a:ea typeface="SimSun"/>
              </a:rPr>
              <a:t>Fifth level</a:t>
            </a:r>
            <a:endParaRPr b="0" lang="en-US" sz="2000" spc="-1" strike="noStrike">
              <a:solidFill>
                <a:schemeClr val="dk1"/>
              </a:solidFill>
              <a:latin typeface="Arial"/>
            </a:endParaRPr>
          </a:p>
        </p:txBody>
      </p:sp>
      <p:sp>
        <p:nvSpPr>
          <p:cNvPr id="82" name="PlaceHolder 3"/>
          <p:cNvSpPr>
            <a:spLocks noGrp="1"/>
          </p:cNvSpPr>
          <p:nvPr>
            <p:ph type="body"/>
          </p:nvPr>
        </p:nvSpPr>
        <p:spPr>
          <a:xfrm>
            <a:off x="840240" y="2057400"/>
            <a:ext cx="3932280" cy="3811320"/>
          </a:xfrm>
          <a:prstGeom prst="rect">
            <a:avLst/>
          </a:prstGeom>
          <a:noFill/>
          <a:ln w="9360">
            <a:noFill/>
          </a:ln>
        </p:spPr>
        <p:txBody>
          <a:bodyPr lIns="90000" rIns="90000" tIns="45000" bIns="45000" anchor="t">
            <a:noAutofit/>
          </a:bodyPr>
          <a:p>
            <a:pPr indent="0">
              <a:lnSpc>
                <a:spcPct val="100000"/>
              </a:lnSpc>
              <a:spcBef>
                <a:spcPts val="320"/>
              </a:spcBef>
              <a:buNone/>
              <a:tabLst>
                <a:tab algn="l" pos="0"/>
              </a:tabLst>
            </a:pPr>
            <a:r>
              <a:rPr b="0" lang="en-US" sz="1600" spc="-1" strike="noStrike">
                <a:solidFill>
                  <a:schemeClr val="dk1"/>
                </a:solidFill>
                <a:latin typeface="Arial"/>
                <a:ea typeface="SimSun"/>
              </a:rPr>
              <a:t>Click to edit Master text styles</a:t>
            </a:r>
            <a:endParaRPr b="0" lang="en-US" sz="1600" spc="-1" strike="noStrike">
              <a:solidFill>
                <a:schemeClr val="dk1"/>
              </a:solidFill>
              <a:latin typeface="Arial"/>
            </a:endParaRPr>
          </a:p>
        </p:txBody>
      </p:sp>
      <p:sp>
        <p:nvSpPr>
          <p:cNvPr id="83" name="PlaceHolder 4"/>
          <p:cNvSpPr>
            <a:spLocks noGrp="1"/>
          </p:cNvSpPr>
          <p:nvPr>
            <p:ph type="dt" idx="34"/>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84" name="PlaceHolder 5"/>
          <p:cNvSpPr>
            <a:spLocks noGrp="1"/>
          </p:cNvSpPr>
          <p:nvPr>
            <p:ph type="ftr" idx="35"/>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85" name="PlaceHolder 6"/>
          <p:cNvSpPr>
            <a:spLocks noGrp="1"/>
          </p:cNvSpPr>
          <p:nvPr>
            <p:ph type="sldNum" idx="36"/>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86" name="Picture 2" descr=""/>
          <p:cNvPicPr/>
          <p:nvPr/>
        </p:nvPicPr>
        <p:blipFill>
          <a:blip r:embed="rId2"/>
          <a:stretch/>
        </p:blipFill>
        <p:spPr>
          <a:xfrm>
            <a:off x="0" y="0"/>
            <a:ext cx="12191760" cy="6857640"/>
          </a:xfrm>
          <a:prstGeom prst="rect">
            <a:avLst/>
          </a:prstGeom>
          <a:ln w="9525">
            <a:noFill/>
          </a:ln>
        </p:spPr>
      </p:pic>
      <p:sp>
        <p:nvSpPr>
          <p:cNvPr id="87" name="PlaceHolder 1"/>
          <p:cNvSpPr>
            <a:spLocks noGrp="1"/>
          </p:cNvSpPr>
          <p:nvPr>
            <p:ph type="title"/>
          </p:nvPr>
        </p:nvSpPr>
        <p:spPr>
          <a:xfrm>
            <a:off x="840240" y="457200"/>
            <a:ext cx="3932280" cy="1599840"/>
          </a:xfrm>
          <a:prstGeom prst="rect">
            <a:avLst/>
          </a:prstGeom>
          <a:noFill/>
          <a:ln w="9360">
            <a:noFill/>
          </a:ln>
        </p:spPr>
        <p:txBody>
          <a:bodyPr lIns="90000" rIns="90000" tIns="45000" bIns="45000" anchor="b">
            <a:noAutofit/>
          </a:bodyPr>
          <a:p>
            <a:pPr indent="0">
              <a:lnSpc>
                <a:spcPct val="100000"/>
              </a:lnSpc>
              <a:buNone/>
            </a:pPr>
            <a:r>
              <a:rPr b="0" lang="en-US" sz="3200" spc="-1" strike="noStrike">
                <a:solidFill>
                  <a:schemeClr val="dk1"/>
                </a:solidFill>
                <a:latin typeface="Arial"/>
                <a:ea typeface="SimSun"/>
              </a:rPr>
              <a:t>Click to edit Master title style</a:t>
            </a:r>
            <a:endParaRPr b="0" lang="en-US" sz="3200" spc="-1" strike="noStrike">
              <a:solidFill>
                <a:schemeClr val="dk1"/>
              </a:solidFill>
              <a:latin typeface="Arial"/>
            </a:endParaRPr>
          </a:p>
        </p:txBody>
      </p:sp>
      <p:sp>
        <p:nvSpPr>
          <p:cNvPr id="88" name="PlaceHolder 2"/>
          <p:cNvSpPr>
            <a:spLocks noGrp="1"/>
          </p:cNvSpPr>
          <p:nvPr>
            <p:ph type="body"/>
          </p:nvPr>
        </p:nvSpPr>
        <p:spPr>
          <a:xfrm>
            <a:off x="5183640" y="987480"/>
            <a:ext cx="6171840" cy="4873320"/>
          </a:xfrm>
          <a:prstGeom prst="rect">
            <a:avLst/>
          </a:prstGeom>
          <a:noFill/>
          <a:ln w="0">
            <a:noFill/>
          </a:ln>
        </p:spPr>
        <p:txBody>
          <a:bodyPr numCol="1" spcCol="0" lIns="91440" rIns="91440" tIns="45720" bIns="4572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Arial"/>
              </a:rPr>
              <a:t>Click to edit the outline text format</a:t>
            </a:r>
            <a:endParaRPr b="0" lang="en-US" sz="3200" spc="-1" strike="noStrike">
              <a:solidFill>
                <a:schemeClr val="dk1"/>
              </a:solidFill>
              <a:latin typeface="Arial"/>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Arial"/>
              </a:rPr>
              <a:t>Second Outline Level</a:t>
            </a:r>
            <a:endParaRPr b="0" lang="en-US" sz="3200" spc="-1" strike="noStrike">
              <a:solidFill>
                <a:schemeClr val="dk1"/>
              </a:solidFill>
              <a:latin typeface="Arial"/>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Arial"/>
              </a:rPr>
              <a:t>Third Outline Level</a:t>
            </a:r>
            <a:endParaRPr b="0" lang="en-US" sz="3200" spc="-1" strike="noStrike">
              <a:solidFill>
                <a:schemeClr val="dk1"/>
              </a:solidFill>
              <a:latin typeface="Arial"/>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Arial"/>
              </a:rPr>
              <a:t>Fourth Outline Level</a:t>
            </a:r>
            <a:endParaRPr b="0" lang="en-US" sz="3200" spc="-1" strike="noStrike">
              <a:solidFill>
                <a:schemeClr val="dk1"/>
              </a:solidFill>
              <a:latin typeface="Arial"/>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Arial"/>
              </a:rPr>
              <a:t>Fifth Outline Level</a:t>
            </a:r>
            <a:endParaRPr b="0" lang="en-US" sz="3200" spc="-1" strike="noStrike">
              <a:solidFill>
                <a:schemeClr val="dk1"/>
              </a:solidFill>
              <a:latin typeface="Arial"/>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Arial"/>
              </a:rPr>
              <a:t>Sixth Outline Level</a:t>
            </a:r>
            <a:endParaRPr b="0" lang="en-US" sz="3200" spc="-1" strike="noStrike">
              <a:solidFill>
                <a:schemeClr val="dk1"/>
              </a:solidFill>
              <a:latin typeface="Arial"/>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Arial"/>
              </a:rPr>
              <a:t>Seventh Outline Level</a:t>
            </a:r>
            <a:endParaRPr b="0" lang="en-US" sz="3200" spc="-1" strike="noStrike">
              <a:solidFill>
                <a:schemeClr val="dk1"/>
              </a:solidFill>
              <a:latin typeface="Arial"/>
            </a:endParaRPr>
          </a:p>
        </p:txBody>
      </p:sp>
      <p:sp>
        <p:nvSpPr>
          <p:cNvPr id="89" name="PlaceHolder 3"/>
          <p:cNvSpPr>
            <a:spLocks noGrp="1"/>
          </p:cNvSpPr>
          <p:nvPr>
            <p:ph type="body"/>
          </p:nvPr>
        </p:nvSpPr>
        <p:spPr>
          <a:xfrm>
            <a:off x="840240" y="2057400"/>
            <a:ext cx="3932280" cy="3811320"/>
          </a:xfrm>
          <a:prstGeom prst="rect">
            <a:avLst/>
          </a:prstGeom>
          <a:noFill/>
          <a:ln w="9360">
            <a:noFill/>
          </a:ln>
        </p:spPr>
        <p:txBody>
          <a:bodyPr lIns="90000" rIns="90000" tIns="45000" bIns="45000" anchor="t">
            <a:noAutofit/>
          </a:bodyPr>
          <a:p>
            <a:pPr indent="0">
              <a:lnSpc>
                <a:spcPct val="100000"/>
              </a:lnSpc>
              <a:spcBef>
                <a:spcPts val="320"/>
              </a:spcBef>
              <a:buNone/>
              <a:tabLst>
                <a:tab algn="l" pos="0"/>
              </a:tabLst>
            </a:pPr>
            <a:r>
              <a:rPr b="0" lang="en-US" sz="1600" spc="-1" strike="noStrike">
                <a:solidFill>
                  <a:schemeClr val="dk1"/>
                </a:solidFill>
                <a:latin typeface="Arial"/>
                <a:ea typeface="SimSun"/>
              </a:rPr>
              <a:t>Click to edit Master text styles</a:t>
            </a:r>
            <a:endParaRPr b="0" lang="en-US" sz="1600" spc="-1" strike="noStrike">
              <a:solidFill>
                <a:schemeClr val="dk1"/>
              </a:solidFill>
              <a:latin typeface="Arial"/>
            </a:endParaRPr>
          </a:p>
        </p:txBody>
      </p:sp>
      <p:sp>
        <p:nvSpPr>
          <p:cNvPr id="90" name="PlaceHolder 4"/>
          <p:cNvSpPr>
            <a:spLocks noGrp="1"/>
          </p:cNvSpPr>
          <p:nvPr>
            <p:ph type="dt" idx="37"/>
          </p:nvPr>
        </p:nvSpPr>
        <p:spPr>
          <a:xfrm>
            <a:off x="609480" y="6245280"/>
            <a:ext cx="2844360" cy="475920"/>
          </a:xfrm>
          <a:prstGeom prst="rect">
            <a:avLst/>
          </a:prstGeom>
          <a:noFill/>
          <a:ln w="0">
            <a:noFill/>
          </a:ln>
        </p:spPr>
        <p:txBody>
          <a:bodyPr numCol="1" spcCol="0" lIns="91440" rIns="91440" tIns="45720" bIns="4572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91" name="PlaceHolder 5"/>
          <p:cNvSpPr>
            <a:spLocks noGrp="1"/>
          </p:cNvSpPr>
          <p:nvPr>
            <p:ph type="ftr" idx="38"/>
          </p:nvPr>
        </p:nvSpPr>
        <p:spPr>
          <a:xfrm>
            <a:off x="4165560" y="6245280"/>
            <a:ext cx="3860280" cy="475920"/>
          </a:xfrm>
          <a:prstGeom prst="rect">
            <a:avLst/>
          </a:prstGeom>
          <a:noFill/>
          <a:ln w="0">
            <a:noFill/>
          </a:ln>
        </p:spPr>
        <p:txBody>
          <a:bodyPr numCol="1" spcCol="0" lIns="91440" rIns="91440" tIns="45720" bIns="4572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92" name="PlaceHolder 6"/>
          <p:cNvSpPr>
            <a:spLocks noGrp="1"/>
          </p:cNvSpPr>
          <p:nvPr>
            <p:ph type="sldNum" idx="39"/>
          </p:nvPr>
        </p:nvSpPr>
        <p:spPr>
          <a:xfrm>
            <a:off x="8737560" y="6245280"/>
            <a:ext cx="2844360" cy="475920"/>
          </a:xfrm>
          <a:prstGeom prst="rect">
            <a:avLst/>
          </a:prstGeom>
          <a:noFill/>
          <a:ln w="0">
            <a:noFill/>
          </a:ln>
        </p:spPr>
        <p:txBody>
          <a:bodyPr numCol="1" spcCol="0" lIns="91440" rIns="91440" tIns="45720" bIns="45720" anchor="t">
            <a:noAutofit/>
          </a:bodyPr>
          <a:p>
            <a:pPr indent="0">
              <a:buNone/>
            </a:pPr>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3" r:id="rId3"/>
  </p:sldLayoutIdLst>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0" y="116280"/>
            <a:ext cx="12014640" cy="6687360"/>
          </a:xfrm>
          <a:prstGeom prst="rect">
            <a:avLst/>
          </a:prstGeom>
          <a:noFill/>
          <a:ln w="9360">
            <a:noFill/>
          </a:ln>
        </p:spPr>
        <p:txBody>
          <a:bodyPr lIns="90000" rIns="90000" tIns="45000" bIns="45000" anchor="ctr">
            <a:normAutofit fontScale="82222"/>
          </a:bodyPr>
          <a:p>
            <a:pPr indent="0" algn="ctr">
              <a:lnSpc>
                <a:spcPct val="100000"/>
              </a:lnSpc>
              <a:buNone/>
            </a:pPr>
            <a:r>
              <a:rPr b="1" lang="en-US" sz="3600" spc="-1" strike="noStrike">
                <a:solidFill>
                  <a:schemeClr val="dk1"/>
                </a:solidFill>
                <a:latin typeface="Arial"/>
                <a:ea typeface="SimSun"/>
              </a:rPr>
              <a:t>            </a:t>
            </a:r>
            <a:br>
              <a:rPr sz="3600"/>
            </a:br>
            <a:r>
              <a:rPr b="1" lang="en-US" sz="3600" spc="-1" strike="noStrike">
                <a:solidFill>
                  <a:schemeClr val="dk1"/>
                </a:solidFill>
                <a:latin typeface="Arial"/>
                <a:ea typeface="SimSun"/>
              </a:rPr>
              <a:t>          </a:t>
            </a:r>
            <a:br>
              <a:rPr sz="3600"/>
            </a:br>
            <a:r>
              <a:rPr b="1" lang="en-US" sz="3600" spc="-1" strike="noStrike">
                <a:solidFill>
                  <a:schemeClr val="dk1"/>
                </a:solidFill>
                <a:latin typeface="Arial"/>
                <a:ea typeface="SimSun"/>
              </a:rPr>
              <a:t>        </a:t>
            </a:r>
            <a:br>
              <a:rPr sz="3600"/>
            </a:br>
            <a:br>
              <a:rPr sz="3600"/>
            </a:br>
            <a:br>
              <a:rPr sz="3600"/>
            </a:br>
            <a:r>
              <a:rPr b="0" lang="en-US" sz="3100" spc="-1" strike="noStrike">
                <a:solidFill>
                  <a:schemeClr val="dk1"/>
                </a:solidFill>
                <a:latin typeface="Times New Roman"/>
                <a:ea typeface="SimSun"/>
              </a:rPr>
              <a:t>DEPARTMENT OF INFORMATION TECHNOLOGY </a:t>
            </a:r>
            <a:br>
              <a:rPr sz="3100"/>
            </a:br>
            <a:br>
              <a:rPr sz="3100"/>
            </a:br>
            <a:r>
              <a:rPr b="1" lang="en-US" sz="2600" spc="-1" strike="noStrike">
                <a:solidFill>
                  <a:schemeClr val="dk1"/>
                </a:solidFill>
                <a:latin typeface="Times New Roman"/>
                <a:ea typeface="SimSun"/>
              </a:rPr>
              <a:t>AI-BASED LASER QR CODE MARKING &amp; MACHINE-VISION TRACEABILITY SYSTEM FOR RAILWAY TRACK FITTINGS</a:t>
            </a:r>
            <a:br>
              <a:rPr sz="3100"/>
            </a:br>
            <a:br>
              <a:rPr sz="3100"/>
            </a:br>
            <a:br>
              <a:rPr sz="3100"/>
            </a:br>
            <a:br>
              <a:rPr sz="3600"/>
            </a:br>
            <a:br>
              <a:rPr sz="3600"/>
            </a:br>
            <a:br>
              <a:rPr sz="3600"/>
            </a:br>
            <a:r>
              <a:rPr b="0" lang="en-US" sz="3200" spc="-1" strike="noStrike">
                <a:solidFill>
                  <a:schemeClr val="dk1"/>
                </a:solidFill>
                <a:latin typeface="Arial"/>
                <a:ea typeface="SimSun"/>
              </a:rPr>
              <a:t>         </a:t>
            </a:r>
            <a:br>
              <a:rPr sz="3200"/>
            </a:br>
            <a:r>
              <a:rPr b="0" lang="en-US" sz="3200" spc="-1" strike="noStrike">
                <a:solidFill>
                  <a:schemeClr val="dk1"/>
                </a:solidFill>
                <a:latin typeface="Arial"/>
                <a:ea typeface="SimSun"/>
              </a:rPr>
              <a:t>                </a:t>
            </a:r>
            <a:endParaRPr b="0" lang="en-US" sz="3200" spc="-1" strike="noStrike">
              <a:solidFill>
                <a:schemeClr val="dk1"/>
              </a:solidFill>
              <a:latin typeface="Arial"/>
            </a:endParaRPr>
          </a:p>
        </p:txBody>
      </p:sp>
      <p:pic>
        <p:nvPicPr>
          <p:cNvPr id="94" name="Picture 1" descr="COLLEGE LOGO IMAGE"/>
          <p:cNvPicPr/>
          <p:nvPr/>
        </p:nvPicPr>
        <p:blipFill>
          <a:blip r:embed="rId1"/>
          <a:stretch/>
        </p:blipFill>
        <p:spPr>
          <a:xfrm>
            <a:off x="1981080" y="685800"/>
            <a:ext cx="7413840" cy="1288080"/>
          </a:xfrm>
          <a:prstGeom prst="rect">
            <a:avLst/>
          </a:prstGeom>
          <a:ln w="9525">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2"/>
          <p:cNvSpPr/>
          <p:nvPr/>
        </p:nvSpPr>
        <p:spPr>
          <a:xfrm>
            <a:off x="1371600" y="914400"/>
            <a:ext cx="9905760" cy="6382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chemeClr val="dk1"/>
                </a:solidFill>
                <a:latin typeface="Times New Roman"/>
                <a:ea typeface="SimSun"/>
              </a:rPr>
              <a:t>SMART RAILWAY: AI-BASED LASER QR CODE MARKING &amp; MACHINE-VISION TRACEABILITY SYSTEM FOR RAILWAY TRACK FITTINGS</a:t>
            </a:r>
            <a:endParaRPr b="0" lang="en-US" sz="1800" spc="-1" strike="noStrike">
              <a:solidFill>
                <a:srgbClr val="000000"/>
              </a:solidFill>
              <a:latin typeface="Arial"/>
            </a:endParaRPr>
          </a:p>
        </p:txBody>
      </p:sp>
      <p:sp>
        <p:nvSpPr>
          <p:cNvPr id="96" name="TextBox 3"/>
          <p:cNvSpPr/>
          <p:nvPr/>
        </p:nvSpPr>
        <p:spPr>
          <a:xfrm>
            <a:off x="1905120" y="2514600"/>
            <a:ext cx="9067320" cy="310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b="1" lang="en-IN" sz="1800" spc="-1" strike="noStrike">
                <a:solidFill>
                  <a:schemeClr val="dk1"/>
                </a:solidFill>
                <a:latin typeface="Arial"/>
                <a:ea typeface="SimSun"/>
              </a:rPr>
              <a:t>GUIDE NAME</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Arial"/>
                <a:ea typeface="SimSun"/>
              </a:rPr>
              <a:t>Mr. S</a:t>
            </a:r>
            <a:r>
              <a:rPr b="0" lang="en-US" sz="1800" spc="-1" strike="noStrike">
                <a:solidFill>
                  <a:schemeClr val="dk1"/>
                </a:solidFill>
                <a:latin typeface="Arial"/>
                <a:ea typeface="SimSun"/>
              </a:rPr>
              <a:t>.</a:t>
            </a:r>
            <a:r>
              <a:rPr b="0" lang="en-IN" sz="1800" spc="-1" strike="noStrike">
                <a:solidFill>
                  <a:schemeClr val="dk1"/>
                </a:solidFill>
                <a:latin typeface="Arial"/>
                <a:ea typeface="SimSun"/>
              </a:rPr>
              <a:t> Arun Kumar(AP/IT)</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1" lang="en-IN" sz="1800" spc="-1" strike="noStrike">
                <a:solidFill>
                  <a:schemeClr val="dk1"/>
                </a:solidFill>
                <a:latin typeface="Arial"/>
                <a:ea typeface="SimSun"/>
              </a:rPr>
              <a:t>Team Members</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Arial"/>
                <a:ea typeface="SimSun"/>
              </a:rPr>
              <a:t>V. KANISHKA SRI</a:t>
            </a:r>
            <a:r>
              <a:rPr b="0" lang="en-US" sz="1800" spc="-1" strike="noStrike">
                <a:solidFill>
                  <a:schemeClr val="dk1"/>
                </a:solidFill>
                <a:latin typeface="Arial"/>
                <a:ea typeface="SimSun"/>
              </a:rPr>
              <a:t> (723724205026)</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Arial"/>
                <a:ea typeface="SimSun"/>
              </a:rPr>
              <a:t>K. RITHIKROSHINI</a:t>
            </a:r>
            <a:r>
              <a:rPr b="0" lang="en-US" sz="1800" spc="-1" strike="noStrike">
                <a:solidFill>
                  <a:schemeClr val="dk1"/>
                </a:solidFill>
                <a:latin typeface="Arial"/>
                <a:ea typeface="SimSun"/>
              </a:rPr>
              <a:t> (723724205045)</a:t>
            </a:r>
            <a:endParaRPr b="0" lang="en-US" sz="1800" spc="-1" strike="noStrike">
              <a:solidFill>
                <a:srgbClr val="000000"/>
              </a:solidFill>
              <a:latin typeface="Arial"/>
            </a:endParaRPr>
          </a:p>
          <a:p>
            <a:pPr defTabSz="914400">
              <a:lnSpc>
                <a:spcPct val="100000"/>
              </a:lnSpc>
            </a:pPr>
            <a:r>
              <a:rPr b="0" lang="en-IN" sz="1800" spc="-1" strike="noStrike">
                <a:solidFill>
                  <a:schemeClr val="dk1"/>
                </a:solidFill>
                <a:latin typeface="Arial"/>
                <a:ea typeface="SimSun"/>
              </a:rPr>
              <a:t>A. HARIDEVI</a:t>
            </a:r>
            <a:r>
              <a:rPr b="0" lang="en-US" sz="1800" spc="-1" strike="noStrike">
                <a:solidFill>
                  <a:schemeClr val="dk1"/>
                </a:solidFill>
                <a:latin typeface="Arial"/>
                <a:ea typeface="SimSun"/>
              </a:rPr>
              <a:t> (723724205020)</a:t>
            </a: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a:p>
            <a:pPr defTabSz="914400">
              <a:lnSpc>
                <a:spcPct val="100000"/>
              </a:lnSpc>
            </a:pP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INDEX</a:t>
            </a:r>
            <a:endParaRPr b="0" lang="en-US" sz="3600" spc="-1" strike="noStrike">
              <a:solidFill>
                <a:schemeClr val="dk1"/>
              </a:solidFill>
              <a:latin typeface="Arial"/>
            </a:endParaRPr>
          </a:p>
        </p:txBody>
      </p:sp>
      <p:sp>
        <p:nvSpPr>
          <p:cNvPr id="98" name="PlaceHolder 2"/>
          <p:cNvSpPr>
            <a:spLocks noGrp="1"/>
          </p:cNvSpPr>
          <p:nvPr>
            <p:ph/>
          </p:nvPr>
        </p:nvSpPr>
        <p:spPr>
          <a:xfrm>
            <a:off x="609480" y="1174680"/>
            <a:ext cx="5384520" cy="4449600"/>
          </a:xfrm>
          <a:prstGeom prst="rect">
            <a:avLst/>
          </a:prstGeom>
          <a:noFill/>
          <a:ln w="9360">
            <a:noFill/>
          </a:ln>
        </p:spPr>
        <p:txBody>
          <a:bodyPr lIns="90000" rIns="90000" tIns="45000" bIns="45000" anchor="t">
            <a:noAutofit/>
          </a:bodyPr>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PROJECT VISION &amp; ABSTRACT</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PROBLEM STATEMENT</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EXISTING &amp; PROPOSED SYSTEM</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OBJECTIVES &amp; SCOPE</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TECHNOLOGY &amp; SYSTEM ARCHITECTURE</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END-TO-END WORKING PROCESS</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AI, VISION &amp; LASER QR MODULE</a:t>
            </a:r>
            <a:endParaRPr b="0" lang="en-US" sz="1600" spc="-1" strike="noStrike">
              <a:solidFill>
                <a:schemeClr val="dk1"/>
              </a:solidFill>
              <a:latin typeface="Arial"/>
            </a:endParaRPr>
          </a:p>
        </p:txBody>
      </p:sp>
      <p:sp>
        <p:nvSpPr>
          <p:cNvPr id="99" name="PlaceHolder 3"/>
          <p:cNvSpPr>
            <a:spLocks noGrp="1"/>
          </p:cNvSpPr>
          <p:nvPr>
            <p:ph/>
          </p:nvPr>
        </p:nvSpPr>
        <p:spPr>
          <a:xfrm>
            <a:off x="6197760" y="1174680"/>
            <a:ext cx="5384520" cy="4449600"/>
          </a:xfrm>
          <a:prstGeom prst="rect">
            <a:avLst/>
          </a:prstGeom>
          <a:noFill/>
          <a:ln w="9360">
            <a:noFill/>
          </a:ln>
        </p:spPr>
        <p:txBody>
          <a:bodyPr lIns="90000" rIns="90000" tIns="45000" bIns="45000" anchor="t">
            <a:noAutofit/>
          </a:bodyPr>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VERIFICATION &amp; QUALITY CONTROL</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DATABASE, BACKEND &amp; SECURITY</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DASHBOARD &amp; PREDICTIVE MAINTENANCE</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TESTING, RESULTS &amp; BENEFITS</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APPLICATIONS &amp; FUTURE SCOPE</a:t>
            </a:r>
            <a:endParaRPr b="0" lang="en-US" sz="1600" spc="-1" strike="noStrike">
              <a:solidFill>
                <a:schemeClr val="dk1"/>
              </a:solidFill>
              <a:latin typeface="Arial"/>
            </a:endParaRPr>
          </a:p>
          <a:p>
            <a:pPr marL="355680" indent="-343080">
              <a:lnSpc>
                <a:spcPct val="150000"/>
              </a:lnSpc>
              <a:spcBef>
                <a:spcPts val="320"/>
              </a:spcBef>
              <a:buClr>
                <a:srgbClr val="000000"/>
              </a:buClr>
              <a:buFont typeface="Wingdings" charset="2"/>
              <a:buChar char=""/>
            </a:pPr>
            <a:r>
              <a:rPr b="0" lang="en-US" sz="1600" spc="-1" strike="noStrike">
                <a:solidFill>
                  <a:schemeClr val="dk1"/>
                </a:solidFill>
                <a:latin typeface="Times New Roman"/>
                <a:ea typeface="SimSun"/>
              </a:rPr>
              <a:t>CONCLUSION &amp; REFERENCES</a:t>
            </a:r>
            <a:endParaRPr b="0" lang="en-US" sz="16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ABSTRACT</a:t>
            </a:r>
            <a:endParaRPr b="0" lang="en-US" sz="3600" spc="-1" strike="noStrike">
              <a:solidFill>
                <a:schemeClr val="dk1"/>
              </a:solidFill>
              <a:latin typeface="Arial"/>
            </a:endParaRPr>
          </a:p>
        </p:txBody>
      </p:sp>
      <p:sp>
        <p:nvSpPr>
          <p:cNvPr id="101"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indent="0" algn="just">
              <a:lnSpc>
                <a:spcPct val="150000"/>
              </a:lnSpc>
              <a:spcBef>
                <a:spcPts val="360"/>
              </a:spcBef>
              <a:buNone/>
              <a:tabLst>
                <a:tab algn="l" pos="0"/>
              </a:tabLst>
            </a:pPr>
            <a:r>
              <a:rPr b="0" lang="en-US" sz="1800" spc="-1" strike="noStrike">
                <a:solidFill>
                  <a:schemeClr val="dk1"/>
                </a:solidFill>
                <a:latin typeface="Times New Roman"/>
                <a:ea typeface="SimSun"/>
              </a:rPr>
              <a:t>  </a:t>
            </a:r>
            <a:r>
              <a:rPr b="0" lang="en-US" sz="1800" spc="-1" strike="noStrike">
                <a:solidFill>
                  <a:schemeClr val="dk1"/>
                </a:solidFill>
                <a:latin typeface="Times New Roman"/>
                <a:ea typeface="SimSun"/>
              </a:rPr>
              <a:t>Railway track fittings are small but critical components that require reliable identification and maintenance. Traditional manual identification and record keeping can be slow and difficult to trace across the asset lifecycle. The proposed system uses a unique QR code permanently engraved on each fitting using laser technology. AI and machine vision verify the fitting, inspect the engraved QR and support visible-condition assessment. Cloud-based records provide centralized traceability for authorized inspection and maintenance users.</a:t>
            </a:r>
            <a:endParaRPr b="0" lang="en-US" sz="18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LITERATURE SURVEY</a:t>
            </a:r>
            <a:endParaRPr b="0" lang="en-US" sz="3600" spc="-1" strike="noStrike">
              <a:solidFill>
                <a:schemeClr val="dk1"/>
              </a:solidFill>
              <a:latin typeface="Arial"/>
            </a:endParaRPr>
          </a:p>
        </p:txBody>
      </p:sp>
      <p:sp>
        <p:nvSpPr>
          <p:cNvPr id="103" name="PlaceHolder 2"/>
          <p:cNvSpPr>
            <a:spLocks noGrp="1"/>
          </p:cNvSpPr>
          <p:nvPr>
            <p:ph/>
          </p:nvPr>
        </p:nvSpPr>
        <p:spPr>
          <a:xfrm>
            <a:off x="609480" y="1050120"/>
            <a:ext cx="10972440" cy="4649760"/>
          </a:xfrm>
          <a:prstGeom prst="rect">
            <a:avLst/>
          </a:prstGeom>
          <a:noFill/>
          <a:ln w="9360">
            <a:noFill/>
          </a:ln>
        </p:spPr>
        <p:txBody>
          <a:bodyPr lIns="90000" rIns="90000" tIns="45000" bIns="45000" anchor="t">
            <a:noAutofit/>
          </a:bodyPr>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AI &amp; Machine Vision: </a:t>
            </a:r>
            <a:r>
              <a:rPr b="0" lang="en-US" sz="1600" spc="-1" strike="noStrike">
                <a:solidFill>
                  <a:schemeClr val="dk1"/>
                </a:solidFill>
                <a:latin typeface="Times New Roman"/>
                <a:ea typeface="SimSun"/>
              </a:rPr>
              <a:t>Computer vision and deep learning research shows that automated image analysis can support object identification, condition inspection and defect detection.</a:t>
            </a:r>
            <a:endParaRPr b="0" lang="en-US" sz="1600" spc="-1" strike="noStrike">
              <a:solidFill>
                <a:schemeClr val="dk1"/>
              </a:solidFill>
              <a:latin typeface="Arial"/>
            </a:endParaRPr>
          </a:p>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Laser Marking &amp; QR Identification: </a:t>
            </a:r>
            <a:r>
              <a:rPr b="0" lang="en-US" sz="1600" spc="-1" strike="noStrike">
                <a:solidFill>
                  <a:schemeClr val="dk1"/>
                </a:solidFill>
                <a:latin typeface="Times New Roman"/>
                <a:ea typeface="SimSun"/>
              </a:rPr>
              <a:t>Laser-based permanent marking provides a durable digital identity, while QR encoding enables fast retrieval of asset information during inspection.</a:t>
            </a:r>
            <a:endParaRPr b="0" lang="en-US" sz="1600" spc="-1" strike="noStrike">
              <a:solidFill>
                <a:schemeClr val="dk1"/>
              </a:solidFill>
              <a:latin typeface="Arial"/>
            </a:endParaRPr>
          </a:p>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Railway Asset Management: </a:t>
            </a:r>
            <a:r>
              <a:rPr b="0" lang="en-US" sz="1600" spc="-1" strike="noStrike">
                <a:solidFill>
                  <a:schemeClr val="dk1"/>
                </a:solidFill>
                <a:latin typeface="Times New Roman"/>
                <a:ea typeface="SimSun"/>
              </a:rPr>
              <a:t>Digital asset-management approaches emphasize unique identification, centralized records and lifecycle traceability for railway components.</a:t>
            </a:r>
            <a:endParaRPr b="0" lang="en-US" sz="1600" spc="-1" strike="noStrike">
              <a:solidFill>
                <a:schemeClr val="dk1"/>
              </a:solidFill>
              <a:latin typeface="Arial"/>
            </a:endParaRPr>
          </a:p>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Predictive Maintenance: </a:t>
            </a:r>
            <a:r>
              <a:rPr b="0" lang="en-US" sz="1600" spc="-1" strike="noStrike">
                <a:solidFill>
                  <a:schemeClr val="dk1"/>
                </a:solidFill>
                <a:latin typeface="Times New Roman"/>
                <a:ea typeface="SimSun"/>
              </a:rPr>
              <a:t>Machine-learning approaches can use inspection and historical maintenance data to support condition monitoring and maintenance planning.</a:t>
            </a:r>
            <a:endParaRPr b="0" lang="en-US" sz="1600" spc="-1" strike="noStrike">
              <a:solidFill>
                <a:schemeClr val="dk1"/>
              </a:solidFill>
              <a:latin typeface="Arial"/>
            </a:endParaRPr>
          </a:p>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Cloud &amp; Data Integration: </a:t>
            </a:r>
            <a:r>
              <a:rPr b="0" lang="en-US" sz="1600" spc="-1" strike="noStrike">
                <a:solidFill>
                  <a:schemeClr val="dk1"/>
                </a:solidFill>
                <a:latin typeface="Times New Roman"/>
                <a:ea typeface="SimSun"/>
              </a:rPr>
              <a:t>Cloud databases and secure APIs enable centralized storage, controlled access and quick retrieval of fitting history from field devices.</a:t>
            </a:r>
            <a:endParaRPr b="0" lang="en-US" sz="1600" spc="-1" strike="noStrike">
              <a:solidFill>
                <a:schemeClr val="dk1"/>
              </a:solidFill>
              <a:latin typeface="Arial"/>
            </a:endParaRPr>
          </a:p>
          <a:p>
            <a:pPr marL="343080" indent="-343080" algn="just">
              <a:lnSpc>
                <a:spcPct val="130000"/>
              </a:lnSpc>
              <a:spcBef>
                <a:spcPts val="320"/>
              </a:spcBef>
              <a:buClr>
                <a:srgbClr val="000000"/>
              </a:buClr>
              <a:buFont typeface="Symbol" charset="2"/>
              <a:buChar char=""/>
            </a:pPr>
            <a:r>
              <a:rPr b="1" lang="en-US" sz="1600" spc="-1" strike="noStrike">
                <a:solidFill>
                  <a:schemeClr val="dk1"/>
                </a:solidFill>
                <a:latin typeface="Times New Roman"/>
                <a:ea typeface="SimSun"/>
              </a:rPr>
              <a:t>Research Gap: </a:t>
            </a:r>
            <a:r>
              <a:rPr b="0" lang="en-US" sz="1600" spc="-1" strike="noStrike">
                <a:solidFill>
                  <a:schemeClr val="dk1"/>
                </a:solidFill>
                <a:latin typeface="Times New Roman"/>
                <a:ea typeface="SimSun"/>
              </a:rPr>
              <a:t>Existing approaches are often separated across identification, inspection and maintenance. The proposed system combines laser QR marking, machine vision, verification and cloud traceability in one workflow.</a:t>
            </a:r>
            <a:endParaRPr b="0" lang="en-US" sz="1600" spc="-1" strike="noStrike">
              <a:solidFill>
                <a:schemeClr val="dk1"/>
              </a:solidFill>
              <a:latin typeface="Arial"/>
            </a:endParaRPr>
          </a:p>
          <a:p>
            <a:pPr indent="0" algn="just">
              <a:lnSpc>
                <a:spcPct val="130000"/>
              </a:lnSpc>
              <a:spcBef>
                <a:spcPts val="241"/>
              </a:spcBef>
              <a:buNone/>
              <a:tabLst>
                <a:tab algn="l" pos="0"/>
              </a:tabLst>
            </a:pPr>
            <a:r>
              <a:rPr b="0" i="1" lang="en-US" sz="1200" spc="-1" strike="noStrike">
                <a:solidFill>
                  <a:schemeClr val="dk1"/>
                </a:solidFill>
                <a:latin typeface="Times New Roman"/>
                <a:ea typeface="SimSun"/>
              </a:rPr>
              <a:t>Source basis: project PPT references — RDSO, Indian Railways, IEEE research and Ministry of Railways materials.</a:t>
            </a:r>
            <a:endParaRPr b="0" lang="en-US" sz="12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PROBLEM STATEMENT</a:t>
            </a:r>
            <a:endParaRPr b="0" lang="en-US" sz="3600" spc="-1" strike="noStrike">
              <a:solidFill>
                <a:schemeClr val="dk1"/>
              </a:solidFill>
              <a:latin typeface="Arial"/>
            </a:endParaRPr>
          </a:p>
        </p:txBody>
      </p:sp>
      <p:sp>
        <p:nvSpPr>
          <p:cNvPr id="105" name="Rectangle 2"/>
          <p:cNvSpPr/>
          <p:nvPr/>
        </p:nvSpPr>
        <p:spPr>
          <a:xfrm>
            <a:off x="609480" y="1500120"/>
            <a:ext cx="24955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01  IDENTIFICATION</a:t>
            </a:r>
            <a:endParaRPr b="0" lang="en-US" sz="1500" spc="-1" strike="noStrike">
              <a:solidFill>
                <a:srgbClr val="ffffff"/>
              </a:solidFill>
              <a:latin typeface="Arial"/>
            </a:endParaRPr>
          </a:p>
        </p:txBody>
      </p:sp>
      <p:sp>
        <p:nvSpPr>
          <p:cNvPr id="106" name="Rectangle 3"/>
          <p:cNvSpPr/>
          <p:nvPr/>
        </p:nvSpPr>
        <p:spPr>
          <a:xfrm>
            <a:off x="609480" y="2099880"/>
            <a:ext cx="2495520" cy="23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Individual fittings are difficult to uniquely trace.</a:t>
            </a:r>
            <a:endParaRPr b="0" lang="en-US" sz="2000" spc="-1" strike="noStrike">
              <a:solidFill>
                <a:srgbClr val="000000"/>
              </a:solidFill>
              <a:latin typeface="Arial"/>
            </a:endParaRPr>
          </a:p>
        </p:txBody>
      </p:sp>
      <p:sp>
        <p:nvSpPr>
          <p:cNvPr id="107" name="Rectangle 4"/>
          <p:cNvSpPr/>
          <p:nvPr/>
        </p:nvSpPr>
        <p:spPr>
          <a:xfrm>
            <a:off x="3435480" y="1500120"/>
            <a:ext cx="24955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02  MANUAL WORK</a:t>
            </a:r>
            <a:endParaRPr b="0" lang="en-US" sz="1500" spc="-1" strike="noStrike">
              <a:solidFill>
                <a:srgbClr val="ffffff"/>
              </a:solidFill>
              <a:latin typeface="Arial"/>
            </a:endParaRPr>
          </a:p>
        </p:txBody>
      </p:sp>
      <p:sp>
        <p:nvSpPr>
          <p:cNvPr id="108" name="Rectangle 5"/>
          <p:cNvSpPr/>
          <p:nvPr/>
        </p:nvSpPr>
        <p:spPr>
          <a:xfrm>
            <a:off x="3435480" y="2099880"/>
            <a:ext cx="2495520" cy="23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Inspection and recording depend heavily on human effort.</a:t>
            </a:r>
            <a:endParaRPr b="0" lang="en-US" sz="2000" spc="-1" strike="noStrike">
              <a:solidFill>
                <a:srgbClr val="000000"/>
              </a:solidFill>
              <a:latin typeface="Arial"/>
            </a:endParaRPr>
          </a:p>
        </p:txBody>
      </p:sp>
      <p:sp>
        <p:nvSpPr>
          <p:cNvPr id="109" name="Rectangle 6"/>
          <p:cNvSpPr/>
          <p:nvPr/>
        </p:nvSpPr>
        <p:spPr>
          <a:xfrm>
            <a:off x="6261120" y="1500120"/>
            <a:ext cx="24955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03  MARK WEAR</a:t>
            </a:r>
            <a:endParaRPr b="0" lang="en-US" sz="1500" spc="-1" strike="noStrike">
              <a:solidFill>
                <a:srgbClr val="ffffff"/>
              </a:solidFill>
              <a:latin typeface="Arial"/>
            </a:endParaRPr>
          </a:p>
        </p:txBody>
      </p:sp>
      <p:sp>
        <p:nvSpPr>
          <p:cNvPr id="110" name="Rectangle 7"/>
          <p:cNvSpPr/>
          <p:nvPr/>
        </p:nvSpPr>
        <p:spPr>
          <a:xfrm>
            <a:off x="6261120" y="2099880"/>
            <a:ext cx="2495520" cy="23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Conventional marks can fade, corrode or become difficult to read.</a:t>
            </a:r>
            <a:endParaRPr b="0" lang="en-US" sz="2000" spc="-1" strike="noStrike">
              <a:solidFill>
                <a:srgbClr val="000000"/>
              </a:solidFill>
              <a:latin typeface="Arial"/>
            </a:endParaRPr>
          </a:p>
        </p:txBody>
      </p:sp>
      <p:sp>
        <p:nvSpPr>
          <p:cNvPr id="111" name="Rectangle 8"/>
          <p:cNvSpPr/>
          <p:nvPr/>
        </p:nvSpPr>
        <p:spPr>
          <a:xfrm>
            <a:off x="9086760" y="1500120"/>
            <a:ext cx="24955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04  DATA GAP</a:t>
            </a:r>
            <a:endParaRPr b="0" lang="en-US" sz="1500" spc="-1" strike="noStrike">
              <a:solidFill>
                <a:srgbClr val="ffffff"/>
              </a:solidFill>
              <a:latin typeface="Arial"/>
            </a:endParaRPr>
          </a:p>
        </p:txBody>
      </p:sp>
      <p:sp>
        <p:nvSpPr>
          <p:cNvPr id="112" name="Rectangle 9"/>
          <p:cNvSpPr/>
          <p:nvPr/>
        </p:nvSpPr>
        <p:spPr>
          <a:xfrm>
            <a:off x="9086760" y="2099880"/>
            <a:ext cx="2495520" cy="23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Maintenance history is not directly connected to the physical asset.</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OBJECTIVES</a:t>
            </a:r>
            <a:endParaRPr b="0" lang="en-US" sz="3600" spc="-1" strike="noStrike">
              <a:solidFill>
                <a:schemeClr val="dk1"/>
              </a:solidFill>
              <a:latin typeface="Arial"/>
            </a:endParaRPr>
          </a:p>
        </p:txBody>
      </p:sp>
      <p:sp>
        <p:nvSpPr>
          <p:cNvPr id="114"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IDENTIFY: </a:t>
            </a:r>
            <a:r>
              <a:rPr b="0" lang="en-US" sz="2400" spc="-1" strike="noStrike">
                <a:solidFill>
                  <a:schemeClr val="dk1"/>
                </a:solidFill>
                <a:latin typeface="Times New Roman"/>
                <a:ea typeface="SimSun"/>
              </a:rPr>
              <a:t>Unique digital identity for every fitting.</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AUTOMATE: </a:t>
            </a:r>
            <a:r>
              <a:rPr b="0" lang="en-US" sz="2400" spc="-1" strike="noStrike">
                <a:solidFill>
                  <a:schemeClr val="dk1"/>
                </a:solidFill>
                <a:latin typeface="Times New Roman"/>
                <a:ea typeface="SimSun"/>
              </a:rPr>
              <a:t>AI-assisted marking and inspection.</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TRACE: </a:t>
            </a:r>
            <a:r>
              <a:rPr b="0" lang="en-US" sz="2400" spc="-1" strike="noStrike">
                <a:solidFill>
                  <a:schemeClr val="dk1"/>
                </a:solidFill>
                <a:latin typeface="Times New Roman"/>
                <a:ea typeface="SimSun"/>
              </a:rPr>
              <a:t>Lifecycle history from marking to maintenance.</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VERIFY: </a:t>
            </a:r>
            <a:r>
              <a:rPr b="0" lang="en-US" sz="2400" spc="-1" strike="noStrike">
                <a:solidFill>
                  <a:schemeClr val="dk1"/>
                </a:solidFill>
                <a:latin typeface="Times New Roman"/>
                <a:ea typeface="SimSun"/>
              </a:rPr>
              <a:t>QR quality, position and scannability.</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PROTECT: </a:t>
            </a:r>
            <a:r>
              <a:rPr b="0" lang="en-US" sz="2400" spc="-1" strike="noStrike">
                <a:solidFill>
                  <a:schemeClr val="dk1"/>
                </a:solidFill>
                <a:latin typeface="Times New Roman"/>
                <a:ea typeface="SimSun"/>
              </a:rPr>
              <a:t>Secure access, logs and safety monitoring.</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1" lang="en-US" sz="2400" spc="-1" strike="noStrike">
                <a:solidFill>
                  <a:schemeClr val="dk1"/>
                </a:solidFill>
                <a:latin typeface="Times New Roman"/>
                <a:ea typeface="SimSun"/>
              </a:rPr>
              <a:t>PREDICT: </a:t>
            </a:r>
            <a:r>
              <a:rPr b="0" lang="en-US" sz="2400" spc="-1" strike="noStrike">
                <a:solidFill>
                  <a:schemeClr val="dk1"/>
                </a:solidFill>
                <a:latin typeface="Times New Roman"/>
                <a:ea typeface="SimSun"/>
              </a:rPr>
              <a:t>Foundation for condition-based maintenance.</a:t>
            </a:r>
            <a:endParaRPr b="0" lang="en-US"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EXISTING SYSTEM</a:t>
            </a:r>
            <a:endParaRPr b="0" lang="en-US" sz="3600" spc="-1" strike="noStrike">
              <a:solidFill>
                <a:schemeClr val="dk1"/>
              </a:solidFill>
              <a:latin typeface="Arial"/>
            </a:endParaRPr>
          </a:p>
        </p:txBody>
      </p:sp>
      <p:sp>
        <p:nvSpPr>
          <p:cNvPr id="116"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Paint / punch / handwritten marks on track fittings.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Paper registers &amp; spreadsheets for record keeping.</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Manual visual verification of fittings.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Limited searchable history of each asset.</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Higher dependence on manual entry, which is slow and error-prone.</a:t>
            </a:r>
            <a:endParaRPr b="0" lang="en-US"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PROPOSED SYSTEM</a:t>
            </a:r>
            <a:endParaRPr b="0" lang="en-US" sz="3600" spc="-1" strike="noStrike">
              <a:solidFill>
                <a:schemeClr val="dk1"/>
              </a:solidFill>
              <a:latin typeface="Arial"/>
            </a:endParaRPr>
          </a:p>
        </p:txBody>
      </p:sp>
      <p:sp>
        <p:nvSpPr>
          <p:cNvPr id="118"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Permanent laser QR identity engraved on every fitting.</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AI-guided marking &amp; verification.</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Cloud-linked asset record for each fitting.</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Digital inspection history retrievable by QR scan.</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Analytics &amp; predictive-maintenance path for the future.</a:t>
            </a:r>
            <a:endParaRPr b="0" lang="en-US"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SYSTEM ARCHITECTURE</a:t>
            </a:r>
            <a:endParaRPr b="0" lang="en-US" sz="3600" spc="-1" strike="noStrike">
              <a:solidFill>
                <a:schemeClr val="dk1"/>
              </a:solidFill>
              <a:latin typeface="Arial"/>
            </a:endParaRPr>
          </a:p>
        </p:txBody>
      </p:sp>
      <p:sp>
        <p:nvSpPr>
          <p:cNvPr id="120" name="Rectangle 2"/>
          <p:cNvSpPr/>
          <p:nvPr/>
        </p:nvSpPr>
        <p:spPr>
          <a:xfrm>
            <a:off x="609480" y="119988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INPUT</a:t>
            </a:r>
            <a:endParaRPr b="0" lang="en-US" sz="1800" spc="-1" strike="noStrike">
              <a:solidFill>
                <a:srgbClr val="ffffff"/>
              </a:solidFill>
              <a:latin typeface="Arial"/>
            </a:endParaRPr>
          </a:p>
        </p:txBody>
      </p:sp>
      <p:sp>
        <p:nvSpPr>
          <p:cNvPr id="121" name="Right Arrow 3"/>
          <p:cNvSpPr/>
          <p:nvPr/>
        </p:nvSpPr>
        <p:spPr>
          <a:xfrm>
            <a:off x="3380040" y="137484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22" name="Rectangle 4"/>
          <p:cNvSpPr/>
          <p:nvPr/>
        </p:nvSpPr>
        <p:spPr>
          <a:xfrm>
            <a:off x="3750120" y="119988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Fitting • Camera • Sensors</a:t>
            </a:r>
            <a:endParaRPr b="0" lang="en-US" sz="1800" spc="-1" strike="noStrike">
              <a:solidFill>
                <a:srgbClr val="000000"/>
              </a:solidFill>
              <a:latin typeface="Arial"/>
            </a:endParaRPr>
          </a:p>
        </p:txBody>
      </p:sp>
      <p:sp>
        <p:nvSpPr>
          <p:cNvPr id="123" name="Rectangle 5"/>
          <p:cNvSpPr/>
          <p:nvPr/>
        </p:nvSpPr>
        <p:spPr>
          <a:xfrm>
            <a:off x="609480" y="196992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AI PROCESSING</a:t>
            </a:r>
            <a:endParaRPr b="0" lang="en-US" sz="1800" spc="-1" strike="noStrike">
              <a:solidFill>
                <a:srgbClr val="ffffff"/>
              </a:solidFill>
              <a:latin typeface="Arial"/>
            </a:endParaRPr>
          </a:p>
        </p:txBody>
      </p:sp>
      <p:sp>
        <p:nvSpPr>
          <p:cNvPr id="124" name="Right Arrow 6"/>
          <p:cNvSpPr/>
          <p:nvPr/>
        </p:nvSpPr>
        <p:spPr>
          <a:xfrm>
            <a:off x="3380040" y="214488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25" name="Rectangle 7"/>
          <p:cNvSpPr/>
          <p:nvPr/>
        </p:nvSpPr>
        <p:spPr>
          <a:xfrm>
            <a:off x="3750120" y="196992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Vision • Surface analysis • Decision logic</a:t>
            </a:r>
            <a:endParaRPr b="0" lang="en-US" sz="1800" spc="-1" strike="noStrike">
              <a:solidFill>
                <a:srgbClr val="000000"/>
              </a:solidFill>
              <a:latin typeface="Arial"/>
            </a:endParaRPr>
          </a:p>
        </p:txBody>
      </p:sp>
      <p:sp>
        <p:nvSpPr>
          <p:cNvPr id="126" name="Rectangle 8"/>
          <p:cNvSpPr/>
          <p:nvPr/>
        </p:nvSpPr>
        <p:spPr>
          <a:xfrm>
            <a:off x="609480" y="273996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MARKING</a:t>
            </a:r>
            <a:endParaRPr b="0" lang="en-US" sz="1800" spc="-1" strike="noStrike">
              <a:solidFill>
                <a:srgbClr val="ffffff"/>
              </a:solidFill>
              <a:latin typeface="Arial"/>
            </a:endParaRPr>
          </a:p>
        </p:txBody>
      </p:sp>
      <p:sp>
        <p:nvSpPr>
          <p:cNvPr id="127" name="Right Arrow 9"/>
          <p:cNvSpPr/>
          <p:nvPr/>
        </p:nvSpPr>
        <p:spPr>
          <a:xfrm>
            <a:off x="3380040" y="291492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28" name="Rectangle 10"/>
          <p:cNvSpPr/>
          <p:nvPr/>
        </p:nvSpPr>
        <p:spPr>
          <a:xfrm>
            <a:off x="3750120" y="273996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QR generation • Fiber laser</a:t>
            </a:r>
            <a:endParaRPr b="0" lang="en-US" sz="1800" spc="-1" strike="noStrike">
              <a:solidFill>
                <a:srgbClr val="000000"/>
              </a:solidFill>
              <a:latin typeface="Arial"/>
            </a:endParaRPr>
          </a:p>
        </p:txBody>
      </p:sp>
      <p:sp>
        <p:nvSpPr>
          <p:cNvPr id="129" name="Rectangle 11"/>
          <p:cNvSpPr/>
          <p:nvPr/>
        </p:nvSpPr>
        <p:spPr>
          <a:xfrm>
            <a:off x="609480" y="351000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VERIFICATION</a:t>
            </a:r>
            <a:endParaRPr b="0" lang="en-US" sz="1800" spc="-1" strike="noStrike">
              <a:solidFill>
                <a:srgbClr val="ffffff"/>
              </a:solidFill>
              <a:latin typeface="Arial"/>
            </a:endParaRPr>
          </a:p>
        </p:txBody>
      </p:sp>
      <p:sp>
        <p:nvSpPr>
          <p:cNvPr id="130" name="Right Arrow 12"/>
          <p:cNvSpPr/>
          <p:nvPr/>
        </p:nvSpPr>
        <p:spPr>
          <a:xfrm>
            <a:off x="3380040" y="368496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31" name="Rectangle 13"/>
          <p:cNvSpPr/>
          <p:nvPr/>
        </p:nvSpPr>
        <p:spPr>
          <a:xfrm>
            <a:off x="3750120" y="351000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Vision check • PASS / FAIL</a:t>
            </a:r>
            <a:endParaRPr b="0" lang="en-US" sz="1800" spc="-1" strike="noStrike">
              <a:solidFill>
                <a:srgbClr val="000000"/>
              </a:solidFill>
              <a:latin typeface="Arial"/>
            </a:endParaRPr>
          </a:p>
        </p:txBody>
      </p:sp>
      <p:sp>
        <p:nvSpPr>
          <p:cNvPr id="132" name="Rectangle 14"/>
          <p:cNvSpPr/>
          <p:nvPr/>
        </p:nvSpPr>
        <p:spPr>
          <a:xfrm>
            <a:off x="609480" y="428004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DATA</a:t>
            </a:r>
            <a:endParaRPr b="0" lang="en-US" sz="1800" spc="-1" strike="noStrike">
              <a:solidFill>
                <a:srgbClr val="ffffff"/>
              </a:solidFill>
              <a:latin typeface="Arial"/>
            </a:endParaRPr>
          </a:p>
        </p:txBody>
      </p:sp>
      <p:sp>
        <p:nvSpPr>
          <p:cNvPr id="133" name="Right Arrow 15"/>
          <p:cNvSpPr/>
          <p:nvPr/>
        </p:nvSpPr>
        <p:spPr>
          <a:xfrm>
            <a:off x="3380040" y="445500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34" name="Rectangle 16"/>
          <p:cNvSpPr/>
          <p:nvPr/>
        </p:nvSpPr>
        <p:spPr>
          <a:xfrm>
            <a:off x="3750120" y="428004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Cloud database • Asset lifecycle</a:t>
            </a:r>
            <a:endParaRPr b="0" lang="en-US" sz="1800" spc="-1" strike="noStrike">
              <a:solidFill>
                <a:srgbClr val="000000"/>
              </a:solidFill>
              <a:latin typeface="Arial"/>
            </a:endParaRPr>
          </a:p>
        </p:txBody>
      </p:sp>
      <p:sp>
        <p:nvSpPr>
          <p:cNvPr id="135" name="Rectangle 17"/>
          <p:cNvSpPr/>
          <p:nvPr/>
        </p:nvSpPr>
        <p:spPr>
          <a:xfrm>
            <a:off x="609480" y="5050080"/>
            <a:ext cx="269964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APPLICATION</a:t>
            </a:r>
            <a:endParaRPr b="0" lang="en-US" sz="1800" spc="-1" strike="noStrike">
              <a:solidFill>
                <a:srgbClr val="ffffff"/>
              </a:solidFill>
              <a:latin typeface="Arial"/>
            </a:endParaRPr>
          </a:p>
        </p:txBody>
      </p:sp>
      <p:sp>
        <p:nvSpPr>
          <p:cNvPr id="136" name="Right Arrow 18"/>
          <p:cNvSpPr/>
          <p:nvPr/>
        </p:nvSpPr>
        <p:spPr>
          <a:xfrm>
            <a:off x="3380040" y="5225040"/>
            <a:ext cx="299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37" name="Rectangle 19"/>
          <p:cNvSpPr/>
          <p:nvPr/>
        </p:nvSpPr>
        <p:spPr>
          <a:xfrm>
            <a:off x="3750120" y="5050080"/>
            <a:ext cx="7832160" cy="64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API • Dashboard • Mobile • Analytics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END-TO-END BLOCK DIAGRAM</a:t>
            </a:r>
            <a:endParaRPr b="0" lang="en-US" sz="3600" spc="-1" strike="noStrike">
              <a:solidFill>
                <a:schemeClr val="dk1"/>
              </a:solidFill>
              <a:latin typeface="Arial"/>
            </a:endParaRPr>
          </a:p>
        </p:txBody>
      </p:sp>
      <p:sp>
        <p:nvSpPr>
          <p:cNvPr id="139" name="Rectangle 2"/>
          <p:cNvSpPr/>
          <p:nvPr/>
        </p:nvSpPr>
        <p:spPr>
          <a:xfrm>
            <a:off x="60948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TRACK FITTING</a:t>
            </a:r>
            <a:endParaRPr b="0" lang="en-US" sz="1400" spc="-1" strike="noStrike">
              <a:solidFill>
                <a:srgbClr val="ffffff"/>
              </a:solidFill>
              <a:latin typeface="Arial"/>
            </a:endParaRPr>
          </a:p>
        </p:txBody>
      </p:sp>
      <p:sp>
        <p:nvSpPr>
          <p:cNvPr id="140" name="Right Arrow 3"/>
          <p:cNvSpPr/>
          <p:nvPr/>
        </p:nvSpPr>
        <p:spPr>
          <a:xfrm>
            <a:off x="2159640" y="1775160"/>
            <a:ext cx="2941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41" name="Rectangle 4"/>
          <p:cNvSpPr/>
          <p:nvPr/>
        </p:nvSpPr>
        <p:spPr>
          <a:xfrm>
            <a:off x="250416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CAMERA + SENSORS</a:t>
            </a:r>
            <a:endParaRPr b="0" lang="en-US" sz="1400" spc="-1" strike="noStrike">
              <a:solidFill>
                <a:srgbClr val="ffffff"/>
              </a:solidFill>
              <a:latin typeface="Arial"/>
            </a:endParaRPr>
          </a:p>
        </p:txBody>
      </p:sp>
      <p:sp>
        <p:nvSpPr>
          <p:cNvPr id="142" name="Right Arrow 5"/>
          <p:cNvSpPr/>
          <p:nvPr/>
        </p:nvSpPr>
        <p:spPr>
          <a:xfrm>
            <a:off x="4054320" y="1775160"/>
            <a:ext cx="2941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43" name="Rectangle 6"/>
          <p:cNvSpPr/>
          <p:nvPr/>
        </p:nvSpPr>
        <p:spPr>
          <a:xfrm>
            <a:off x="439884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AI VISION</a:t>
            </a:r>
            <a:endParaRPr b="0" lang="en-US" sz="1400" spc="-1" strike="noStrike">
              <a:solidFill>
                <a:srgbClr val="ffffff"/>
              </a:solidFill>
              <a:latin typeface="Arial"/>
            </a:endParaRPr>
          </a:p>
        </p:txBody>
      </p:sp>
      <p:sp>
        <p:nvSpPr>
          <p:cNvPr id="144" name="Right Arrow 7"/>
          <p:cNvSpPr/>
          <p:nvPr/>
        </p:nvSpPr>
        <p:spPr>
          <a:xfrm>
            <a:off x="5948640" y="1775160"/>
            <a:ext cx="2941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45" name="Rectangle 8"/>
          <p:cNvSpPr/>
          <p:nvPr/>
        </p:nvSpPr>
        <p:spPr>
          <a:xfrm>
            <a:off x="629316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QR DATA</a:t>
            </a:r>
            <a:endParaRPr b="0" lang="en-US" sz="1400" spc="-1" strike="noStrike">
              <a:solidFill>
                <a:srgbClr val="ffffff"/>
              </a:solidFill>
              <a:latin typeface="Arial"/>
            </a:endParaRPr>
          </a:p>
        </p:txBody>
      </p:sp>
      <p:sp>
        <p:nvSpPr>
          <p:cNvPr id="146" name="Right Arrow 9"/>
          <p:cNvSpPr/>
          <p:nvPr/>
        </p:nvSpPr>
        <p:spPr>
          <a:xfrm>
            <a:off x="7843320" y="1775160"/>
            <a:ext cx="2941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47" name="Rectangle 10"/>
          <p:cNvSpPr/>
          <p:nvPr/>
        </p:nvSpPr>
        <p:spPr>
          <a:xfrm>
            <a:off x="818784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LASER MARKING</a:t>
            </a:r>
            <a:endParaRPr b="0" lang="en-US" sz="1400" spc="-1" strike="noStrike">
              <a:solidFill>
                <a:srgbClr val="ffffff"/>
              </a:solidFill>
              <a:latin typeface="Arial"/>
            </a:endParaRPr>
          </a:p>
        </p:txBody>
      </p:sp>
      <p:sp>
        <p:nvSpPr>
          <p:cNvPr id="148" name="Right Arrow 11"/>
          <p:cNvSpPr/>
          <p:nvPr/>
        </p:nvSpPr>
        <p:spPr>
          <a:xfrm>
            <a:off x="9738000" y="1775160"/>
            <a:ext cx="2941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49" name="Rectangle 12"/>
          <p:cNvSpPr/>
          <p:nvPr/>
        </p:nvSpPr>
        <p:spPr>
          <a:xfrm>
            <a:off x="10082520" y="1500120"/>
            <a:ext cx="1499760" cy="8496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ffffff"/>
                </a:solidFill>
                <a:latin typeface="Times New Roman"/>
                <a:ea typeface="SimSun"/>
              </a:rPr>
              <a:t>AI VERIFY</a:t>
            </a:r>
            <a:endParaRPr b="0" lang="en-US" sz="1400" spc="-1" strike="noStrike">
              <a:solidFill>
                <a:srgbClr val="ffffff"/>
              </a:solidFill>
              <a:latin typeface="Arial"/>
            </a:endParaRPr>
          </a:p>
        </p:txBody>
      </p:sp>
      <p:sp>
        <p:nvSpPr>
          <p:cNvPr id="150" name="Down Arrow 13"/>
          <p:cNvSpPr/>
          <p:nvPr/>
        </p:nvSpPr>
        <p:spPr>
          <a:xfrm>
            <a:off x="10682280" y="2419920"/>
            <a:ext cx="299520" cy="419760"/>
          </a:xfrm>
          <a:prstGeom prst="down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51" name="Rectangle 14"/>
          <p:cNvSpPr/>
          <p:nvPr/>
        </p:nvSpPr>
        <p:spPr>
          <a:xfrm>
            <a:off x="4398840" y="2909880"/>
            <a:ext cx="1499760" cy="84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000000"/>
                </a:solidFill>
                <a:latin typeface="Times New Roman"/>
                <a:ea typeface="SimSun"/>
              </a:rPr>
              <a:t>ANALYTICS</a:t>
            </a:r>
            <a:endParaRPr b="0" lang="en-US" sz="1400" spc="-1" strike="noStrike">
              <a:solidFill>
                <a:srgbClr val="000000"/>
              </a:solidFill>
              <a:latin typeface="Arial"/>
            </a:endParaRPr>
          </a:p>
        </p:txBody>
      </p:sp>
      <p:sp>
        <p:nvSpPr>
          <p:cNvPr id="152" name="Left Arrow 15"/>
          <p:cNvSpPr/>
          <p:nvPr/>
        </p:nvSpPr>
        <p:spPr>
          <a:xfrm>
            <a:off x="5948640" y="3184920"/>
            <a:ext cx="294120" cy="299520"/>
          </a:xfrm>
          <a:prstGeom prst="lef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53" name="Rectangle 16"/>
          <p:cNvSpPr/>
          <p:nvPr/>
        </p:nvSpPr>
        <p:spPr>
          <a:xfrm>
            <a:off x="6293160" y="2909880"/>
            <a:ext cx="1499760" cy="84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000000"/>
                </a:solidFill>
                <a:latin typeface="Times New Roman"/>
                <a:ea typeface="SimSun"/>
              </a:rPr>
              <a:t>DASHBOARD / APP</a:t>
            </a:r>
            <a:endParaRPr b="0" lang="en-US" sz="1400" spc="-1" strike="noStrike">
              <a:solidFill>
                <a:srgbClr val="000000"/>
              </a:solidFill>
              <a:latin typeface="Arial"/>
            </a:endParaRPr>
          </a:p>
        </p:txBody>
      </p:sp>
      <p:sp>
        <p:nvSpPr>
          <p:cNvPr id="154" name="Left Arrow 17"/>
          <p:cNvSpPr/>
          <p:nvPr/>
        </p:nvSpPr>
        <p:spPr>
          <a:xfrm>
            <a:off x="7843320" y="3184920"/>
            <a:ext cx="294120" cy="299520"/>
          </a:xfrm>
          <a:prstGeom prst="lef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55" name="Rectangle 18"/>
          <p:cNvSpPr/>
          <p:nvPr/>
        </p:nvSpPr>
        <p:spPr>
          <a:xfrm>
            <a:off x="8187840" y="2909880"/>
            <a:ext cx="1499760" cy="84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000000"/>
                </a:solidFill>
                <a:latin typeface="Times New Roman"/>
                <a:ea typeface="SimSun"/>
              </a:rPr>
              <a:t>SECURE API</a:t>
            </a:r>
            <a:endParaRPr b="0" lang="en-US" sz="1400" spc="-1" strike="noStrike">
              <a:solidFill>
                <a:srgbClr val="000000"/>
              </a:solidFill>
              <a:latin typeface="Arial"/>
            </a:endParaRPr>
          </a:p>
        </p:txBody>
      </p:sp>
      <p:sp>
        <p:nvSpPr>
          <p:cNvPr id="156" name="Left Arrow 19"/>
          <p:cNvSpPr/>
          <p:nvPr/>
        </p:nvSpPr>
        <p:spPr>
          <a:xfrm>
            <a:off x="9738000" y="3184920"/>
            <a:ext cx="294120" cy="299520"/>
          </a:xfrm>
          <a:prstGeom prst="lef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157" name="Rectangle 20"/>
          <p:cNvSpPr/>
          <p:nvPr/>
        </p:nvSpPr>
        <p:spPr>
          <a:xfrm>
            <a:off x="10082520" y="2909880"/>
            <a:ext cx="1499760" cy="84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400" spc="-1" strike="noStrike">
                <a:solidFill>
                  <a:srgbClr val="000000"/>
                </a:solidFill>
                <a:latin typeface="Times New Roman"/>
                <a:ea typeface="SimSun"/>
              </a:rPr>
              <a:t>CLOUD DATABASE</a:t>
            </a:r>
            <a:endParaRPr b="0" lang="en-US" sz="1400" spc="-1" strike="noStrike">
              <a:solidFill>
                <a:srgbClr val="000000"/>
              </a:solidFill>
              <a:latin typeface="Arial"/>
            </a:endParaRPr>
          </a:p>
        </p:txBody>
      </p:sp>
      <p:sp>
        <p:nvSpPr>
          <p:cNvPr id="158" name="Rectangle 21"/>
          <p:cNvSpPr/>
          <p:nvPr/>
        </p:nvSpPr>
        <p:spPr>
          <a:xfrm>
            <a:off x="609480" y="4150080"/>
            <a:ext cx="10972440" cy="749520"/>
          </a:xfrm>
          <a:prstGeom prst="rect">
            <a:avLst/>
          </a:prstGeom>
          <a:solidFill>
            <a:srgbClr val="fdeee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Physical fitting  →  AI-guided laser marking  →  AI verification  →  cloud record  →  dashboard &amp; analytics</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HOW THE SYSTEM WORKS</a:t>
            </a:r>
            <a:endParaRPr b="0" lang="en-US" sz="3600" spc="-1" strike="noStrike">
              <a:solidFill>
                <a:schemeClr val="dk1"/>
              </a:solidFill>
              <a:latin typeface="Arial"/>
            </a:endParaRPr>
          </a:p>
        </p:txBody>
      </p:sp>
      <p:sp>
        <p:nvSpPr>
          <p:cNvPr id="160" name="Rectangle 2"/>
          <p:cNvSpPr/>
          <p:nvPr/>
        </p:nvSpPr>
        <p:spPr>
          <a:xfrm>
            <a:off x="609480" y="12499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01  PLACE</a:t>
            </a:r>
            <a:endParaRPr b="0" lang="en-US" sz="1500" spc="-1" strike="noStrike">
              <a:solidFill>
                <a:srgbClr val="ffffff"/>
              </a:solidFill>
              <a:latin typeface="Arial"/>
            </a:endParaRPr>
          </a:p>
        </p:txBody>
      </p:sp>
      <p:sp>
        <p:nvSpPr>
          <p:cNvPr id="161" name="Rectangle 3"/>
          <p:cNvSpPr/>
          <p:nvPr/>
        </p:nvSpPr>
        <p:spPr>
          <a:xfrm>
            <a:off x="609480" y="17499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Fitting is positioned in the marking/inspection station.</a:t>
            </a:r>
            <a:endParaRPr b="0" lang="en-US" sz="1600" spc="-1" strike="noStrike">
              <a:solidFill>
                <a:srgbClr val="000000"/>
              </a:solidFill>
              <a:latin typeface="Arial"/>
            </a:endParaRPr>
          </a:p>
        </p:txBody>
      </p:sp>
      <p:sp>
        <p:nvSpPr>
          <p:cNvPr id="162" name="Rectangle 4"/>
          <p:cNvSpPr/>
          <p:nvPr/>
        </p:nvSpPr>
        <p:spPr>
          <a:xfrm>
            <a:off x="3435480" y="12499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02  CAPTURE</a:t>
            </a:r>
            <a:endParaRPr b="0" lang="en-US" sz="1500" spc="-1" strike="noStrike">
              <a:solidFill>
                <a:srgbClr val="ffffff"/>
              </a:solidFill>
              <a:latin typeface="Arial"/>
            </a:endParaRPr>
          </a:p>
        </p:txBody>
      </p:sp>
      <p:sp>
        <p:nvSpPr>
          <p:cNvPr id="163" name="Rectangle 5"/>
          <p:cNvSpPr/>
          <p:nvPr/>
        </p:nvSpPr>
        <p:spPr>
          <a:xfrm>
            <a:off x="3435480" y="17499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Camera captures the fitting and its surface.</a:t>
            </a:r>
            <a:endParaRPr b="0" lang="en-US" sz="1600" spc="-1" strike="noStrike">
              <a:solidFill>
                <a:srgbClr val="000000"/>
              </a:solidFill>
              <a:latin typeface="Arial"/>
            </a:endParaRPr>
          </a:p>
        </p:txBody>
      </p:sp>
      <p:sp>
        <p:nvSpPr>
          <p:cNvPr id="164" name="Rectangle 6"/>
          <p:cNvSpPr/>
          <p:nvPr/>
        </p:nvSpPr>
        <p:spPr>
          <a:xfrm>
            <a:off x="6261120" y="12499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03  ANALYZE</a:t>
            </a:r>
            <a:endParaRPr b="0" lang="en-US" sz="1500" spc="-1" strike="noStrike">
              <a:solidFill>
                <a:srgbClr val="ffffff"/>
              </a:solidFill>
              <a:latin typeface="Arial"/>
            </a:endParaRPr>
          </a:p>
        </p:txBody>
      </p:sp>
      <p:sp>
        <p:nvSpPr>
          <p:cNvPr id="165" name="Rectangle 7"/>
          <p:cNvSpPr/>
          <p:nvPr/>
        </p:nvSpPr>
        <p:spPr>
          <a:xfrm>
            <a:off x="6261120" y="17499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AI identifies fitting and suitable marking zone.</a:t>
            </a:r>
            <a:endParaRPr b="0" lang="en-US" sz="1600" spc="-1" strike="noStrike">
              <a:solidFill>
                <a:srgbClr val="000000"/>
              </a:solidFill>
              <a:latin typeface="Arial"/>
            </a:endParaRPr>
          </a:p>
        </p:txBody>
      </p:sp>
      <p:sp>
        <p:nvSpPr>
          <p:cNvPr id="166" name="Rectangle 8"/>
          <p:cNvSpPr/>
          <p:nvPr/>
        </p:nvSpPr>
        <p:spPr>
          <a:xfrm>
            <a:off x="9086760" y="12499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04  GENERATE</a:t>
            </a:r>
            <a:endParaRPr b="0" lang="en-US" sz="1500" spc="-1" strike="noStrike">
              <a:solidFill>
                <a:srgbClr val="ffffff"/>
              </a:solidFill>
              <a:latin typeface="Arial"/>
            </a:endParaRPr>
          </a:p>
        </p:txBody>
      </p:sp>
      <p:sp>
        <p:nvSpPr>
          <p:cNvPr id="167" name="Rectangle 9"/>
          <p:cNvSpPr/>
          <p:nvPr/>
        </p:nvSpPr>
        <p:spPr>
          <a:xfrm>
            <a:off x="9086760" y="17499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Unique QR payload is created.</a:t>
            </a:r>
            <a:endParaRPr b="0" lang="en-US" sz="1600" spc="-1" strike="noStrike">
              <a:solidFill>
                <a:srgbClr val="000000"/>
              </a:solidFill>
              <a:latin typeface="Arial"/>
            </a:endParaRPr>
          </a:p>
        </p:txBody>
      </p:sp>
      <p:sp>
        <p:nvSpPr>
          <p:cNvPr id="168" name="Rectangle 10"/>
          <p:cNvSpPr/>
          <p:nvPr/>
        </p:nvSpPr>
        <p:spPr>
          <a:xfrm>
            <a:off x="609480" y="34801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05  ENGRAVE</a:t>
            </a:r>
            <a:endParaRPr b="0" lang="en-US" sz="1500" spc="-1" strike="noStrike">
              <a:solidFill>
                <a:srgbClr val="ffffff"/>
              </a:solidFill>
              <a:latin typeface="Arial"/>
            </a:endParaRPr>
          </a:p>
        </p:txBody>
      </p:sp>
      <p:sp>
        <p:nvSpPr>
          <p:cNvPr id="169" name="Rectangle 11"/>
          <p:cNvSpPr/>
          <p:nvPr/>
        </p:nvSpPr>
        <p:spPr>
          <a:xfrm>
            <a:off x="609480" y="39801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Fiber laser permanently marks the QR.</a:t>
            </a:r>
            <a:endParaRPr b="0" lang="en-US" sz="1600" spc="-1" strike="noStrike">
              <a:solidFill>
                <a:srgbClr val="000000"/>
              </a:solidFill>
              <a:latin typeface="Arial"/>
            </a:endParaRPr>
          </a:p>
        </p:txBody>
      </p:sp>
      <p:sp>
        <p:nvSpPr>
          <p:cNvPr id="170" name="Rectangle 12"/>
          <p:cNvSpPr/>
          <p:nvPr/>
        </p:nvSpPr>
        <p:spPr>
          <a:xfrm>
            <a:off x="3435480" y="34801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06  VERIFY</a:t>
            </a:r>
            <a:endParaRPr b="0" lang="en-US" sz="1500" spc="-1" strike="noStrike">
              <a:solidFill>
                <a:srgbClr val="ffffff"/>
              </a:solidFill>
              <a:latin typeface="Arial"/>
            </a:endParaRPr>
          </a:p>
        </p:txBody>
      </p:sp>
      <p:sp>
        <p:nvSpPr>
          <p:cNvPr id="171" name="Rectangle 13"/>
          <p:cNvSpPr/>
          <p:nvPr/>
        </p:nvSpPr>
        <p:spPr>
          <a:xfrm>
            <a:off x="3435480" y="39801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AI checks quality, position and scannability.</a:t>
            </a:r>
            <a:endParaRPr b="0" lang="en-US" sz="1600" spc="-1" strike="noStrike">
              <a:solidFill>
                <a:srgbClr val="000000"/>
              </a:solidFill>
              <a:latin typeface="Arial"/>
            </a:endParaRPr>
          </a:p>
        </p:txBody>
      </p:sp>
      <p:sp>
        <p:nvSpPr>
          <p:cNvPr id="172" name="Rectangle 14"/>
          <p:cNvSpPr/>
          <p:nvPr/>
        </p:nvSpPr>
        <p:spPr>
          <a:xfrm>
            <a:off x="6261120" y="34801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07  STORE</a:t>
            </a:r>
            <a:endParaRPr b="0" lang="en-US" sz="1500" spc="-1" strike="noStrike">
              <a:solidFill>
                <a:srgbClr val="ffffff"/>
              </a:solidFill>
              <a:latin typeface="Arial"/>
            </a:endParaRPr>
          </a:p>
        </p:txBody>
      </p:sp>
      <p:sp>
        <p:nvSpPr>
          <p:cNvPr id="173" name="Rectangle 15"/>
          <p:cNvSpPr/>
          <p:nvPr/>
        </p:nvSpPr>
        <p:spPr>
          <a:xfrm>
            <a:off x="6261120" y="39801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Asset and inspection data enter the cloud.</a:t>
            </a:r>
            <a:endParaRPr b="0" lang="en-US" sz="1600" spc="-1" strike="noStrike">
              <a:solidFill>
                <a:srgbClr val="000000"/>
              </a:solidFill>
              <a:latin typeface="Arial"/>
            </a:endParaRPr>
          </a:p>
        </p:txBody>
      </p:sp>
      <p:sp>
        <p:nvSpPr>
          <p:cNvPr id="174" name="Rectangle 16"/>
          <p:cNvSpPr/>
          <p:nvPr/>
        </p:nvSpPr>
        <p:spPr>
          <a:xfrm>
            <a:off x="9086760" y="3480120"/>
            <a:ext cx="249552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08  INSPECT</a:t>
            </a:r>
            <a:endParaRPr b="0" lang="en-US" sz="1500" spc="-1" strike="noStrike">
              <a:solidFill>
                <a:srgbClr val="ffffff"/>
              </a:solidFill>
              <a:latin typeface="Arial"/>
            </a:endParaRPr>
          </a:p>
        </p:txBody>
      </p:sp>
      <p:sp>
        <p:nvSpPr>
          <p:cNvPr id="175" name="Rectangle 17"/>
          <p:cNvSpPr/>
          <p:nvPr/>
        </p:nvSpPr>
        <p:spPr>
          <a:xfrm>
            <a:off x="9086760" y="3980160"/>
            <a:ext cx="2495520" cy="144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Authorized users retrieve history and maintenance data.</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TECHNOLOGY ECOSYSTEM</a:t>
            </a:r>
            <a:endParaRPr b="0" lang="en-US" sz="3600" spc="-1" strike="noStrike">
              <a:solidFill>
                <a:schemeClr val="dk1"/>
              </a:solidFill>
              <a:latin typeface="Arial"/>
            </a:endParaRPr>
          </a:p>
        </p:txBody>
      </p:sp>
      <p:sp>
        <p:nvSpPr>
          <p:cNvPr id="177" name="Rectangle 2"/>
          <p:cNvSpPr/>
          <p:nvPr/>
        </p:nvSpPr>
        <p:spPr>
          <a:xfrm>
            <a:off x="60948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AI / ML</a:t>
            </a:r>
            <a:endParaRPr b="0" lang="en-US" sz="1800" spc="-1" strike="noStrike">
              <a:solidFill>
                <a:srgbClr val="ffffff"/>
              </a:solidFill>
              <a:latin typeface="Arial"/>
            </a:endParaRPr>
          </a:p>
        </p:txBody>
      </p:sp>
      <p:sp>
        <p:nvSpPr>
          <p:cNvPr id="178" name="Rectangle 3"/>
          <p:cNvSpPr/>
          <p:nvPr/>
        </p:nvSpPr>
        <p:spPr>
          <a:xfrm>
            <a:off x="60948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Detection • classification • analytics</a:t>
            </a:r>
            <a:endParaRPr b="0" lang="en-US" sz="2000" spc="-1" strike="noStrike">
              <a:solidFill>
                <a:srgbClr val="000000"/>
              </a:solidFill>
              <a:latin typeface="Arial"/>
            </a:endParaRPr>
          </a:p>
        </p:txBody>
      </p:sp>
      <p:sp>
        <p:nvSpPr>
          <p:cNvPr id="179" name="Rectangle 4"/>
          <p:cNvSpPr/>
          <p:nvPr/>
        </p:nvSpPr>
        <p:spPr>
          <a:xfrm>
            <a:off x="439596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COMPUTER VISION</a:t>
            </a:r>
            <a:endParaRPr b="0" lang="en-US" sz="1800" spc="-1" strike="noStrike">
              <a:solidFill>
                <a:srgbClr val="ffffff"/>
              </a:solidFill>
              <a:latin typeface="Arial"/>
            </a:endParaRPr>
          </a:p>
        </p:txBody>
      </p:sp>
      <p:sp>
        <p:nvSpPr>
          <p:cNvPr id="180" name="Rectangle 5"/>
          <p:cNvSpPr/>
          <p:nvPr/>
        </p:nvSpPr>
        <p:spPr>
          <a:xfrm>
            <a:off x="439596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Image capture • processing • QR verification</a:t>
            </a:r>
            <a:endParaRPr b="0" lang="en-US" sz="2000" spc="-1" strike="noStrike">
              <a:solidFill>
                <a:srgbClr val="000000"/>
              </a:solidFill>
              <a:latin typeface="Arial"/>
            </a:endParaRPr>
          </a:p>
        </p:txBody>
      </p:sp>
      <p:sp>
        <p:nvSpPr>
          <p:cNvPr id="181" name="Rectangle 6"/>
          <p:cNvSpPr/>
          <p:nvPr/>
        </p:nvSpPr>
        <p:spPr>
          <a:xfrm>
            <a:off x="818244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LASER</a:t>
            </a:r>
            <a:endParaRPr b="0" lang="en-US" sz="1800" spc="-1" strike="noStrike">
              <a:solidFill>
                <a:srgbClr val="ffffff"/>
              </a:solidFill>
              <a:latin typeface="Arial"/>
            </a:endParaRPr>
          </a:p>
        </p:txBody>
      </p:sp>
      <p:sp>
        <p:nvSpPr>
          <p:cNvPr id="182" name="Rectangle 7"/>
          <p:cNvSpPr/>
          <p:nvPr/>
        </p:nvSpPr>
        <p:spPr>
          <a:xfrm>
            <a:off x="818244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Fiber laser • permanent marking</a:t>
            </a:r>
            <a:endParaRPr b="0" lang="en-US" sz="2000" spc="-1" strike="noStrike">
              <a:solidFill>
                <a:srgbClr val="000000"/>
              </a:solidFill>
              <a:latin typeface="Arial"/>
            </a:endParaRPr>
          </a:p>
        </p:txBody>
      </p:sp>
      <p:sp>
        <p:nvSpPr>
          <p:cNvPr id="183" name="Rectangle 8"/>
          <p:cNvSpPr/>
          <p:nvPr/>
        </p:nvSpPr>
        <p:spPr>
          <a:xfrm>
            <a:off x="60948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CLOUD</a:t>
            </a:r>
            <a:endParaRPr b="0" lang="en-US" sz="1800" spc="-1" strike="noStrike">
              <a:solidFill>
                <a:srgbClr val="ffffff"/>
              </a:solidFill>
              <a:latin typeface="Arial"/>
            </a:endParaRPr>
          </a:p>
        </p:txBody>
      </p:sp>
      <p:sp>
        <p:nvSpPr>
          <p:cNvPr id="184" name="Rectangle 9"/>
          <p:cNvSpPr/>
          <p:nvPr/>
        </p:nvSpPr>
        <p:spPr>
          <a:xfrm>
            <a:off x="60948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Central asset &amp; lifecycle data</a:t>
            </a:r>
            <a:endParaRPr b="0" lang="en-US" sz="2000" spc="-1" strike="noStrike">
              <a:solidFill>
                <a:srgbClr val="000000"/>
              </a:solidFill>
              <a:latin typeface="Arial"/>
            </a:endParaRPr>
          </a:p>
        </p:txBody>
      </p:sp>
      <p:sp>
        <p:nvSpPr>
          <p:cNvPr id="185" name="Rectangle 10"/>
          <p:cNvSpPr/>
          <p:nvPr/>
        </p:nvSpPr>
        <p:spPr>
          <a:xfrm>
            <a:off x="439596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BACKEND</a:t>
            </a:r>
            <a:endParaRPr b="0" lang="en-US" sz="1800" spc="-1" strike="noStrike">
              <a:solidFill>
                <a:srgbClr val="ffffff"/>
              </a:solidFill>
              <a:latin typeface="Arial"/>
            </a:endParaRPr>
          </a:p>
        </p:txBody>
      </p:sp>
      <p:sp>
        <p:nvSpPr>
          <p:cNvPr id="186" name="Rectangle 11"/>
          <p:cNvSpPr/>
          <p:nvPr/>
        </p:nvSpPr>
        <p:spPr>
          <a:xfrm>
            <a:off x="439596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API • authentication • validation</a:t>
            </a:r>
            <a:endParaRPr b="0" lang="en-US" sz="2000" spc="-1" strike="noStrike">
              <a:solidFill>
                <a:srgbClr val="000000"/>
              </a:solidFill>
              <a:latin typeface="Arial"/>
            </a:endParaRPr>
          </a:p>
        </p:txBody>
      </p:sp>
      <p:sp>
        <p:nvSpPr>
          <p:cNvPr id="187" name="Rectangle 12"/>
          <p:cNvSpPr/>
          <p:nvPr/>
        </p:nvSpPr>
        <p:spPr>
          <a:xfrm>
            <a:off x="818244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FRONTEND</a:t>
            </a:r>
            <a:endParaRPr b="0" lang="en-US" sz="1800" spc="-1" strike="noStrike">
              <a:solidFill>
                <a:srgbClr val="ffffff"/>
              </a:solidFill>
              <a:latin typeface="Arial"/>
            </a:endParaRPr>
          </a:p>
        </p:txBody>
      </p:sp>
      <p:sp>
        <p:nvSpPr>
          <p:cNvPr id="188" name="Rectangle 13"/>
          <p:cNvSpPr/>
          <p:nvPr/>
        </p:nvSpPr>
        <p:spPr>
          <a:xfrm>
            <a:off x="818244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Dashboard • field inspection</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6"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TECHNOLOGIES USED</a:t>
            </a:r>
            <a:endParaRPr b="0" lang="en-US" sz="3600" spc="-1" strike="noStrike">
              <a:solidFill>
                <a:schemeClr val="dk1"/>
              </a:solidFill>
              <a:latin typeface="Arial"/>
            </a:endParaRPr>
          </a:p>
        </p:txBody>
      </p:sp>
      <p:sp>
        <p:nvSpPr>
          <p:cNvPr id="177" name="Rectangle 2"/>
          <p:cNvSpPr/>
          <p:nvPr/>
        </p:nvSpPr>
        <p:spPr>
          <a:xfrm>
            <a:off x="60948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AI / MACHINE LEARNING</a:t>
            </a:r>
            <a:endParaRPr b="0" lang="en-US" sz="1800" spc="-1" strike="noStrike">
              <a:solidFill>
                <a:srgbClr val="ffffff"/>
              </a:solidFill>
              <a:latin typeface="Arial"/>
            </a:endParaRPr>
          </a:p>
        </p:txBody>
      </p:sp>
      <p:sp>
        <p:nvSpPr>
          <p:cNvPr id="178" name="Rectangle 3"/>
          <p:cNvSpPr/>
          <p:nvPr/>
        </p:nvSpPr>
        <p:spPr>
          <a:xfrm>
            <a:off x="60948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Deep-learning models • defect &amp; wear prediction</a:t>
            </a:r>
            <a:endParaRPr b="0" lang="en-US" sz="2000" spc="-1" strike="noStrike">
              <a:solidFill>
                <a:srgbClr val="000000"/>
              </a:solidFill>
              <a:latin typeface="Arial"/>
            </a:endParaRPr>
          </a:p>
        </p:txBody>
      </p:sp>
      <p:sp>
        <p:nvSpPr>
          <p:cNvPr id="179" name="Rectangle 4"/>
          <p:cNvSpPr/>
          <p:nvPr/>
        </p:nvSpPr>
        <p:spPr>
          <a:xfrm>
            <a:off x="439596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COMPUTER VISION</a:t>
            </a:r>
            <a:endParaRPr b="0" lang="en-US" sz="1800" spc="-1" strike="noStrike">
              <a:solidFill>
                <a:srgbClr val="ffffff"/>
              </a:solidFill>
              <a:latin typeface="Arial"/>
            </a:endParaRPr>
          </a:p>
        </p:txBody>
      </p:sp>
      <p:sp>
        <p:nvSpPr>
          <p:cNvPr id="180" name="Rectangle 5"/>
          <p:cNvSpPr/>
          <p:nvPr/>
        </p:nvSpPr>
        <p:spPr>
          <a:xfrm>
            <a:off x="439596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Camera &amp; sensors • image processing • QR decode / verification</a:t>
            </a:r>
            <a:endParaRPr b="0" lang="en-US" sz="2000" spc="-1" strike="noStrike">
              <a:solidFill>
                <a:srgbClr val="000000"/>
              </a:solidFill>
              <a:latin typeface="Arial"/>
            </a:endParaRPr>
          </a:p>
        </p:txBody>
      </p:sp>
      <p:sp>
        <p:nvSpPr>
          <p:cNvPr id="181" name="Rectangle 6"/>
          <p:cNvSpPr/>
          <p:nvPr/>
        </p:nvSpPr>
        <p:spPr>
          <a:xfrm>
            <a:off x="8182440" y="129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LASER MARKING</a:t>
            </a:r>
            <a:endParaRPr b="0" lang="en-US" sz="1800" spc="-1" strike="noStrike">
              <a:solidFill>
                <a:srgbClr val="ffffff"/>
              </a:solidFill>
              <a:latin typeface="Arial"/>
            </a:endParaRPr>
          </a:p>
        </p:txBody>
      </p:sp>
      <p:sp>
        <p:nvSpPr>
          <p:cNvPr id="182" name="Rectangle 7"/>
          <p:cNvSpPr/>
          <p:nvPr/>
        </p:nvSpPr>
        <p:spPr>
          <a:xfrm>
            <a:off x="8182440" y="186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Fiber laser • QR code generator (ISO/IEC 18004)</a:t>
            </a:r>
            <a:endParaRPr b="0" lang="en-US" sz="2000" spc="-1" strike="noStrike">
              <a:solidFill>
                <a:srgbClr val="000000"/>
              </a:solidFill>
              <a:latin typeface="Arial"/>
            </a:endParaRPr>
          </a:p>
        </p:txBody>
      </p:sp>
      <p:sp>
        <p:nvSpPr>
          <p:cNvPr id="183" name="Rectangle 8"/>
          <p:cNvSpPr/>
          <p:nvPr/>
        </p:nvSpPr>
        <p:spPr>
          <a:xfrm>
            <a:off x="60948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CLOUD DATABASE</a:t>
            </a:r>
            <a:endParaRPr b="0" lang="en-US" sz="1800" spc="-1" strike="noStrike">
              <a:solidFill>
                <a:srgbClr val="ffffff"/>
              </a:solidFill>
              <a:latin typeface="Arial"/>
            </a:endParaRPr>
          </a:p>
        </p:txBody>
      </p:sp>
      <p:sp>
        <p:nvSpPr>
          <p:cNvPr id="184" name="Rectangle 9"/>
          <p:cNvSpPr/>
          <p:nvPr/>
        </p:nvSpPr>
        <p:spPr>
          <a:xfrm>
            <a:off x="60948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Cloud database • asset &amp; inspection records</a:t>
            </a:r>
            <a:endParaRPr b="0" lang="en-US" sz="2000" spc="-1" strike="noStrike">
              <a:solidFill>
                <a:srgbClr val="000000"/>
              </a:solidFill>
              <a:latin typeface="Arial"/>
            </a:endParaRPr>
          </a:p>
        </p:txBody>
      </p:sp>
      <p:sp>
        <p:nvSpPr>
          <p:cNvPr id="185" name="Rectangle 10"/>
          <p:cNvSpPr/>
          <p:nvPr/>
        </p:nvSpPr>
        <p:spPr>
          <a:xfrm>
            <a:off x="439596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BACKEND</a:t>
            </a:r>
            <a:endParaRPr b="0" lang="en-US" sz="1800" spc="-1" strike="noStrike">
              <a:solidFill>
                <a:srgbClr val="ffffff"/>
              </a:solidFill>
              <a:latin typeface="Arial"/>
            </a:endParaRPr>
          </a:p>
        </p:txBody>
      </p:sp>
      <p:sp>
        <p:nvSpPr>
          <p:cNvPr id="186" name="Rectangle 11"/>
          <p:cNvSpPr/>
          <p:nvPr/>
        </p:nvSpPr>
        <p:spPr>
          <a:xfrm>
            <a:off x="439596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REST APIs • authentication • role-based access • audit logs</a:t>
            </a:r>
            <a:endParaRPr b="0" lang="en-US" sz="2000" spc="-1" strike="noStrike">
              <a:solidFill>
                <a:srgbClr val="000000"/>
              </a:solidFill>
              <a:latin typeface="Arial"/>
            </a:endParaRPr>
          </a:p>
        </p:txBody>
      </p:sp>
      <p:sp>
        <p:nvSpPr>
          <p:cNvPr id="187" name="Rectangle 12"/>
          <p:cNvSpPr/>
          <p:nvPr/>
        </p:nvSpPr>
        <p:spPr>
          <a:xfrm>
            <a:off x="8182440" y="3549960"/>
            <a:ext cx="33994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FRONTEND</a:t>
            </a:r>
            <a:endParaRPr b="0" lang="en-US" sz="1800" spc="-1" strike="noStrike">
              <a:solidFill>
                <a:srgbClr val="ffffff"/>
              </a:solidFill>
              <a:latin typeface="Arial"/>
            </a:endParaRPr>
          </a:p>
        </p:txBody>
      </p:sp>
      <p:sp>
        <p:nvSpPr>
          <p:cNvPr id="188" name="Rectangle 13"/>
          <p:cNvSpPr/>
          <p:nvPr/>
        </p:nvSpPr>
        <p:spPr>
          <a:xfrm>
            <a:off x="8182440" y="4110120"/>
            <a:ext cx="3399480" cy="138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Web dashboard (HTML, CSS, JavaScript) • QR scan • analytics</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SYSTEM REQUIREMENTS</a:t>
            </a:r>
            <a:endParaRPr b="0" lang="en-US" sz="3600" spc="-1" strike="noStrike">
              <a:solidFill>
                <a:schemeClr val="dk1"/>
              </a:solidFill>
              <a:latin typeface="Arial"/>
            </a:endParaRPr>
          </a:p>
        </p:txBody>
      </p:sp>
      <p:sp>
        <p:nvSpPr>
          <p:cNvPr id="116"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Hardware — </a:t>
            </a:r>
            <a:endParaRPr b="0" lang="en-US" sz="2400" spc="-1" strike="noStrike">
              <a:solidFill>
                <a:schemeClr val="dk1"/>
              </a:solidFill>
              <a:latin typeface="Arial"/>
            </a:endParaRPr>
            <a:r>
              <a:rPr b="0" lang="en-US" sz="1600" spc="-1" strike="noStrike">
                <a:solidFill>
                  <a:schemeClr val="dk1"/>
                </a:solidFill>
                <a:latin typeface="Times New Roman"/>
                <a:ea typeface="SimSun"/>
              </a:rPr>
              <a:t>Industrial camera &amp; sensors, fiber laser marking unit, host PC/edge device (i5 or higher, 8 GB+ RAM).</a:t>
            </a:r>
          </a:p>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Software — </a:t>
            </a:r>
            <a:endParaRPr b="0" lang="en-US" sz="2400" spc="-1" strike="noStrike">
              <a:solidFill>
                <a:schemeClr val="dk1"/>
              </a:solidFill>
              <a:latin typeface="Arial"/>
            </a:endParaRPr>
            <a:r>
              <a:rPr b="0" lang="en-US" sz="1600" spc="-1" strike="noStrike">
                <a:solidFill>
                  <a:schemeClr val="dk1"/>
                </a:solidFill>
                <a:latin typeface="Times New Roman"/>
                <a:ea typeface="SimSun"/>
              </a:rPr>
              <a:t>Python, OpenCV/deep-learning framework for AI vision, QR code generation library.</a:t>
            </a:r>
          </a:p>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Backend — </a:t>
            </a:r>
            <a:endParaRPr b="0" lang="en-US" sz="2400" spc="-1" strike="noStrike">
              <a:solidFill>
                <a:schemeClr val="dk1"/>
              </a:solidFill>
              <a:latin typeface="Arial"/>
            </a:endParaRPr>
            <a:r>
              <a:rPr b="0" lang="en-US" sz="1600" spc="-1" strike="noStrike">
                <a:solidFill>
                  <a:schemeClr val="dk1"/>
                </a:solidFill>
                <a:latin typeface="Times New Roman"/>
                <a:ea typeface="SimSun"/>
              </a:rPr>
              <a:t>REST APIs, authentication &amp; role-based access, cloud database for asset records.</a:t>
            </a:r>
          </a:p>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Frontend — </a:t>
            </a:r>
            <a:endParaRPr b="0" lang="en-US" sz="2400" spc="-1" strike="noStrike">
              <a:solidFill>
                <a:schemeClr val="dk1"/>
              </a:solidFill>
              <a:latin typeface="Arial"/>
            </a:endParaRPr>
            <a:r>
              <a:rPr b="0" lang="en-US" sz="1600" spc="-1" strike="noStrike">
                <a:solidFill>
                  <a:schemeClr val="dk1"/>
                </a:solidFill>
                <a:latin typeface="Times New Roman"/>
                <a:ea typeface="SimSun"/>
              </a:rPr>
              <a:t>Web dashboard (HTML, CSS, JavaScript) for inspection, QR scanning and analytics.</a:t>
            </a:r>
          </a:p>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Operating System — </a:t>
            </a:r>
            <a:endParaRPr b="0" lang="en-US" sz="2400" spc="-1" strike="noStrike">
              <a:solidFill>
                <a:schemeClr val="dk1"/>
              </a:solidFill>
              <a:latin typeface="Arial"/>
            </a:endParaRPr>
            <a:r>
              <a:rPr b="0" lang="en-US" sz="1600" spc="-1" strike="noStrike">
                <a:solidFill>
                  <a:schemeClr val="dk1"/>
                </a:solidFill>
                <a:latin typeface="Times New Roman"/>
                <a:ea typeface="SimSun"/>
              </a:rPr>
              <a:t>Windows/Linux on the marking station; any modern browser for the dashboard.</a:t>
            </a:r>
          </a:p>
          <a:p>
            <a:pPr marL="343080" indent="-343080" algn="just">
              <a:lnSpc>
                <a:spcPct val="150000"/>
              </a:lnSpc>
              <a:spcBef>
                <a:spcPts val="479"/>
              </a:spcBef>
              <a:buClr>
                <a:srgbClr val="000000"/>
              </a:buClr>
              <a:buFont typeface="Symbol" charset="2"/>
              <a:buChar char=""/>
            </a:pPr>
            <a:r>
              <a:rPr b="1" lang="en-US" sz="1600" spc="-1" strike="noStrike">
                <a:solidFill>
                  <a:schemeClr val="dk1"/>
                </a:solidFill>
                <a:latin typeface="Times New Roman"/>
                <a:ea typeface="SimSun"/>
              </a:rPr>
              <a:t>Connectivity — </a:t>
            </a:r>
            <a:endParaRPr b="0" lang="en-US" sz="2400" spc="-1" strike="noStrike">
              <a:solidFill>
                <a:schemeClr val="dk1"/>
              </a:solidFill>
              <a:latin typeface="Arial"/>
            </a:endParaRPr>
            <a:r>
              <a:rPr b="0" lang="en-US" sz="1600" spc="-1" strike="noStrike">
                <a:solidFill>
                  <a:schemeClr val="dk1"/>
                </a:solidFill>
                <a:latin typeface="Times New Roman"/>
                <a:ea typeface="SimSun"/>
              </a:rPr>
              <a:t>Stable internet/API access to sync data with the cloud database.</a:t>
            </a: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1: AI FITTING INSPECTION</a:t>
            </a:r>
            <a:endParaRPr b="0" lang="en-US" sz="3600" spc="-1" strike="noStrike">
              <a:solidFill>
                <a:schemeClr val="dk1"/>
              </a:solidFill>
              <a:latin typeface="Arial"/>
            </a:endParaRPr>
          </a:p>
        </p:txBody>
      </p:sp>
      <p:sp>
        <p:nvSpPr>
          <p:cNvPr id="190"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Simulated machine-learning based defect prediction for each track fitting.</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AI Analysis reports wear level (24%), crack probability (8%), corrosion (14%) and structural damage (5%) with 96.4% confidence.</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Prediction Result classifies fitting TRK-10234 as SAFE and recommends routine inspection.</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The Run AI Inspection button starts a new analysis.</a:t>
            </a:r>
            <a:endParaRPr b="0" lang="en-US" sz="1600" spc="-1" strike="noStrike">
              <a:solidFill>
                <a:schemeClr val="dk1"/>
              </a:solidFill>
              <a:latin typeface="Arial"/>
            </a:endParaRPr>
          </a:p>
        </p:txBody>
      </p:sp>
      <p:pic>
        <p:nvPicPr>
          <p:cNvPr id="191" name="Picture 3" descr="Screenshot_2026-09-24_101317.png"/>
          <p:cNvPicPr/>
          <p:nvPr/>
        </p:nvPicPr>
        <p:blipFill>
          <a:blip r:embed="rId1"/>
          <a:stretch/>
        </p:blipFill>
        <p:spPr>
          <a:xfrm>
            <a:off x="609480" y="1249920"/>
            <a:ext cx="7149600" cy="311364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QR + LASER MARKING MODULE</a:t>
            </a:r>
            <a:endParaRPr b="0" lang="en-US" sz="3600" spc="-1" strike="noStrike">
              <a:solidFill>
                <a:schemeClr val="dk1"/>
              </a:solidFill>
              <a:latin typeface="Arial"/>
            </a:endParaRPr>
          </a:p>
        </p:txBody>
      </p:sp>
      <p:sp>
        <p:nvSpPr>
          <p:cNvPr id="193" name="Rectangle 2"/>
          <p:cNvSpPr/>
          <p:nvPr/>
        </p:nvSpPr>
        <p:spPr>
          <a:xfrm>
            <a:off x="609480" y="1299960"/>
            <a:ext cx="339948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UNIQUE QR ID</a:t>
            </a:r>
            <a:endParaRPr b="0" lang="en-US" sz="1800" spc="-1" strike="noStrike">
              <a:solidFill>
                <a:srgbClr val="ffffff"/>
              </a:solidFill>
              <a:latin typeface="Arial"/>
            </a:endParaRPr>
          </a:p>
        </p:txBody>
      </p:sp>
      <p:sp>
        <p:nvSpPr>
          <p:cNvPr id="194" name="Rectangle 3"/>
          <p:cNvSpPr/>
          <p:nvPr/>
        </p:nvSpPr>
        <p:spPr>
          <a:xfrm>
            <a:off x="609480" y="1900080"/>
            <a:ext cx="3399480" cy="32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Fitting ID</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Type / Batch</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Date / Zone</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Asset reference</a:t>
            </a:r>
            <a:endParaRPr b="0" lang="en-US" sz="2000" spc="-1" strike="noStrike">
              <a:solidFill>
                <a:srgbClr val="000000"/>
              </a:solidFill>
              <a:latin typeface="Arial"/>
            </a:endParaRPr>
          </a:p>
        </p:txBody>
      </p:sp>
      <p:sp>
        <p:nvSpPr>
          <p:cNvPr id="195" name="Rectangle 4"/>
          <p:cNvSpPr/>
          <p:nvPr/>
        </p:nvSpPr>
        <p:spPr>
          <a:xfrm>
            <a:off x="4395960" y="1299960"/>
            <a:ext cx="339948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FIBER LASER</a:t>
            </a:r>
            <a:endParaRPr b="0" lang="en-US" sz="1800" spc="-1" strike="noStrike">
              <a:solidFill>
                <a:srgbClr val="ffffff"/>
              </a:solidFill>
              <a:latin typeface="Arial"/>
            </a:endParaRPr>
          </a:p>
        </p:txBody>
      </p:sp>
      <p:sp>
        <p:nvSpPr>
          <p:cNvPr id="196" name="Rectangle 5"/>
          <p:cNvSpPr/>
          <p:nvPr/>
        </p:nvSpPr>
        <p:spPr>
          <a:xfrm>
            <a:off x="4395960" y="1900080"/>
            <a:ext cx="3399480" cy="32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Non-contact</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Permanent engraving</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Controlled parameters</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Metal surface marking</a:t>
            </a:r>
            <a:endParaRPr b="0" lang="en-US" sz="2000" spc="-1" strike="noStrike">
              <a:solidFill>
                <a:srgbClr val="000000"/>
              </a:solidFill>
              <a:latin typeface="Arial"/>
            </a:endParaRPr>
          </a:p>
        </p:txBody>
      </p:sp>
      <p:sp>
        <p:nvSpPr>
          <p:cNvPr id="197" name="Rectangle 6"/>
          <p:cNvSpPr/>
          <p:nvPr/>
        </p:nvSpPr>
        <p:spPr>
          <a:xfrm>
            <a:off x="8182440" y="1299960"/>
            <a:ext cx="339948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800" spc="-1" strike="noStrike">
                <a:solidFill>
                  <a:srgbClr val="ffffff"/>
                </a:solidFill>
                <a:latin typeface="Times New Roman"/>
                <a:ea typeface="SimSun"/>
              </a:rPr>
              <a:t>DIGITAL IDENTITY</a:t>
            </a:r>
            <a:endParaRPr b="0" lang="en-US" sz="1800" spc="-1" strike="noStrike">
              <a:solidFill>
                <a:srgbClr val="ffffff"/>
              </a:solidFill>
              <a:latin typeface="Arial"/>
            </a:endParaRPr>
          </a:p>
        </p:txBody>
      </p:sp>
      <p:sp>
        <p:nvSpPr>
          <p:cNvPr id="198" name="Rectangle 7"/>
          <p:cNvSpPr/>
          <p:nvPr/>
        </p:nvSpPr>
        <p:spPr>
          <a:xfrm>
            <a:off x="8182440" y="1900080"/>
            <a:ext cx="3399480" cy="329976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2000" spc="-1" strike="noStrike">
                <a:solidFill>
                  <a:srgbClr val="000000"/>
                </a:solidFill>
                <a:latin typeface="Times New Roman"/>
                <a:ea typeface="SimSun"/>
              </a:rPr>
              <a:t>Physical fitting</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Cloud asset record</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a:t>
            </a:r>
            <a:endParaRPr b="0" lang="en-US" sz="2000" spc="-1" strike="noStrike">
              <a:solidFill>
                <a:srgbClr val="000000"/>
              </a:solidFill>
              <a:latin typeface="Arial"/>
            </a:endParaRPr>
          </a:p>
          <a:p>
            <a:pPr algn="ctr" defTabSz="914400">
              <a:lnSpc>
                <a:spcPct val="100000"/>
              </a:lnSpc>
            </a:pPr>
            <a:r>
              <a:rPr b="0" lang="en-US" sz="2000" spc="-1" strike="noStrike">
                <a:solidFill>
                  <a:srgbClr val="000000"/>
                </a:solidFill>
                <a:latin typeface="Times New Roman"/>
                <a:ea typeface="SimSun"/>
              </a:rPr>
              <a:t>Inspection history</a:t>
            </a:r>
            <a:endParaRPr b="0" lang="en-US" sz="2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2: QR CODE MANAGEMENT</a:t>
            </a:r>
            <a:endParaRPr b="0" lang="en-US" sz="3600" spc="-1" strike="noStrike">
              <a:solidFill>
                <a:schemeClr val="dk1"/>
              </a:solidFill>
              <a:latin typeface="Arial"/>
            </a:endParaRPr>
          </a:p>
        </p:txBody>
      </p:sp>
      <p:sp>
        <p:nvSpPr>
          <p:cNvPr id="200"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Generates a unique QR code for each fitting from its ID, location and fitting type.</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Example shown: TRK-10234 · Coimbatore · Fish Plate.</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The QR Scanner Simulation retrieves an existing fitting record when its ID is entered.</a:t>
            </a:r>
            <a:endParaRPr b="0" lang="en-US" sz="1800" spc="-1" strike="noStrike">
              <a:solidFill>
                <a:schemeClr val="dk1"/>
              </a:solidFill>
              <a:latin typeface="Arial"/>
            </a:endParaRPr>
          </a:p>
        </p:txBody>
      </p:sp>
      <p:pic>
        <p:nvPicPr>
          <p:cNvPr id="201" name="Picture 3" descr="Screenshot_2026-09-24_101140.png"/>
          <p:cNvPicPr/>
          <p:nvPr/>
        </p:nvPicPr>
        <p:blipFill>
          <a:blip r:embed="rId1"/>
          <a:stretch/>
        </p:blipFill>
        <p:spPr>
          <a:xfrm>
            <a:off x="609480" y="1249920"/>
            <a:ext cx="7149600" cy="362520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AI VERIFICATION &amp; QUALITY CONTROL</a:t>
            </a:r>
            <a:endParaRPr b="0" lang="en-US" sz="3600" spc="-1" strike="noStrike">
              <a:solidFill>
                <a:schemeClr val="dk1"/>
              </a:solidFill>
              <a:latin typeface="Arial"/>
            </a:endParaRPr>
          </a:p>
        </p:txBody>
      </p:sp>
      <p:sp>
        <p:nvSpPr>
          <p:cNvPr id="203" name="Rectangle 2"/>
          <p:cNvSpPr/>
          <p:nvPr/>
        </p:nvSpPr>
        <p:spPr>
          <a:xfrm>
            <a:off x="609480" y="1249920"/>
            <a:ext cx="239976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01  DETECT</a:t>
            </a:r>
            <a:endParaRPr b="0" lang="en-US" sz="1500" spc="-1" strike="noStrike">
              <a:solidFill>
                <a:srgbClr val="ffffff"/>
              </a:solidFill>
              <a:latin typeface="Arial"/>
            </a:endParaRPr>
          </a:p>
        </p:txBody>
      </p:sp>
      <p:sp>
        <p:nvSpPr>
          <p:cNvPr id="204" name="Rectangle 3"/>
          <p:cNvSpPr/>
          <p:nvPr/>
        </p:nvSpPr>
        <p:spPr>
          <a:xfrm>
            <a:off x="609480" y="1749960"/>
            <a:ext cx="2399760" cy="109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Find the engraved QR</a:t>
            </a:r>
            <a:endParaRPr b="0" lang="en-US" sz="1600" spc="-1" strike="noStrike">
              <a:solidFill>
                <a:srgbClr val="000000"/>
              </a:solidFill>
              <a:latin typeface="Arial"/>
            </a:endParaRPr>
          </a:p>
        </p:txBody>
      </p:sp>
      <p:sp>
        <p:nvSpPr>
          <p:cNvPr id="205" name="Right Arrow 4"/>
          <p:cNvSpPr/>
          <p:nvPr/>
        </p:nvSpPr>
        <p:spPr>
          <a:xfrm>
            <a:off x="3089520" y="1900080"/>
            <a:ext cx="29736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06" name="Rectangle 5"/>
          <p:cNvSpPr/>
          <p:nvPr/>
        </p:nvSpPr>
        <p:spPr>
          <a:xfrm>
            <a:off x="3467160" y="1249920"/>
            <a:ext cx="239976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02  QUALITY</a:t>
            </a:r>
            <a:endParaRPr b="0" lang="en-US" sz="1500" spc="-1" strike="noStrike">
              <a:solidFill>
                <a:srgbClr val="ffffff"/>
              </a:solidFill>
              <a:latin typeface="Arial"/>
            </a:endParaRPr>
          </a:p>
        </p:txBody>
      </p:sp>
      <p:sp>
        <p:nvSpPr>
          <p:cNvPr id="207" name="Rectangle 6"/>
          <p:cNvSpPr/>
          <p:nvPr/>
        </p:nvSpPr>
        <p:spPr>
          <a:xfrm>
            <a:off x="3467160" y="1749960"/>
            <a:ext cx="2399760" cy="109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Check contrast &amp; structure</a:t>
            </a:r>
            <a:endParaRPr b="0" lang="en-US" sz="1600" spc="-1" strike="noStrike">
              <a:solidFill>
                <a:srgbClr val="000000"/>
              </a:solidFill>
              <a:latin typeface="Arial"/>
            </a:endParaRPr>
          </a:p>
        </p:txBody>
      </p:sp>
      <p:sp>
        <p:nvSpPr>
          <p:cNvPr id="208" name="Right Arrow 7"/>
          <p:cNvSpPr/>
          <p:nvPr/>
        </p:nvSpPr>
        <p:spPr>
          <a:xfrm>
            <a:off x="5947200" y="1900080"/>
            <a:ext cx="29736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09" name="Rectangle 8"/>
          <p:cNvSpPr/>
          <p:nvPr/>
        </p:nvSpPr>
        <p:spPr>
          <a:xfrm>
            <a:off x="6324840" y="1249920"/>
            <a:ext cx="239976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03  POSITION</a:t>
            </a:r>
            <a:endParaRPr b="0" lang="en-US" sz="1500" spc="-1" strike="noStrike">
              <a:solidFill>
                <a:srgbClr val="ffffff"/>
              </a:solidFill>
              <a:latin typeface="Arial"/>
            </a:endParaRPr>
          </a:p>
        </p:txBody>
      </p:sp>
      <p:sp>
        <p:nvSpPr>
          <p:cNvPr id="210" name="Rectangle 9"/>
          <p:cNvSpPr/>
          <p:nvPr/>
        </p:nvSpPr>
        <p:spPr>
          <a:xfrm>
            <a:off x="6324840" y="1749960"/>
            <a:ext cx="2399760" cy="109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Check placement and size</a:t>
            </a:r>
            <a:endParaRPr b="0" lang="en-US" sz="1600" spc="-1" strike="noStrike">
              <a:solidFill>
                <a:srgbClr val="000000"/>
              </a:solidFill>
              <a:latin typeface="Arial"/>
            </a:endParaRPr>
          </a:p>
        </p:txBody>
      </p:sp>
      <p:sp>
        <p:nvSpPr>
          <p:cNvPr id="211" name="Right Arrow 10"/>
          <p:cNvSpPr/>
          <p:nvPr/>
        </p:nvSpPr>
        <p:spPr>
          <a:xfrm>
            <a:off x="8804880" y="1900080"/>
            <a:ext cx="29736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12" name="Rectangle 11"/>
          <p:cNvSpPr/>
          <p:nvPr/>
        </p:nvSpPr>
        <p:spPr>
          <a:xfrm>
            <a:off x="9182520" y="1249920"/>
            <a:ext cx="2399760" cy="4996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500" spc="-1" strike="noStrike">
                <a:solidFill>
                  <a:srgbClr val="ffffff"/>
                </a:solidFill>
                <a:latin typeface="Times New Roman"/>
                <a:ea typeface="SimSun"/>
              </a:rPr>
              <a:t>04  SCAN</a:t>
            </a:r>
            <a:endParaRPr b="0" lang="en-US" sz="1500" spc="-1" strike="noStrike">
              <a:solidFill>
                <a:srgbClr val="ffffff"/>
              </a:solidFill>
              <a:latin typeface="Arial"/>
            </a:endParaRPr>
          </a:p>
        </p:txBody>
      </p:sp>
      <p:sp>
        <p:nvSpPr>
          <p:cNvPr id="213" name="Rectangle 12"/>
          <p:cNvSpPr/>
          <p:nvPr/>
        </p:nvSpPr>
        <p:spPr>
          <a:xfrm>
            <a:off x="9182520" y="1749960"/>
            <a:ext cx="2399760" cy="10998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600" spc="-1" strike="noStrike">
                <a:solidFill>
                  <a:srgbClr val="000000"/>
                </a:solidFill>
                <a:latin typeface="Times New Roman"/>
                <a:ea typeface="SimSun"/>
              </a:rPr>
              <a:t>Confirm machine readability</a:t>
            </a:r>
            <a:endParaRPr b="0" lang="en-US" sz="1600" spc="-1" strike="noStrike">
              <a:solidFill>
                <a:srgbClr val="000000"/>
              </a:solidFill>
              <a:latin typeface="Arial"/>
            </a:endParaRPr>
          </a:p>
        </p:txBody>
      </p:sp>
      <p:sp>
        <p:nvSpPr>
          <p:cNvPr id="214" name="Down Arrow 13"/>
          <p:cNvSpPr/>
          <p:nvPr/>
        </p:nvSpPr>
        <p:spPr>
          <a:xfrm>
            <a:off x="5946120" y="2949840"/>
            <a:ext cx="299520" cy="419760"/>
          </a:xfrm>
          <a:prstGeom prst="down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15" name="Rectangle 14"/>
          <p:cNvSpPr/>
          <p:nvPr/>
        </p:nvSpPr>
        <p:spPr>
          <a:xfrm>
            <a:off x="1500120" y="3499920"/>
            <a:ext cx="4299480" cy="1199520"/>
          </a:xfrm>
          <a:prstGeom prst="rect">
            <a:avLst/>
          </a:prstGeom>
          <a:solidFill>
            <a:srgbClr val="ffffff"/>
          </a:solidFill>
          <a:ln w="25400">
            <a:solidFill>
              <a:srgbClr val="2e7d32"/>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200" spc="-1" strike="noStrike">
                <a:solidFill>
                  <a:srgbClr val="2e7d32"/>
                </a:solidFill>
                <a:latin typeface="Times New Roman"/>
                <a:ea typeface="SimSun"/>
              </a:rPr>
              <a:t>PASS  ✓</a:t>
            </a:r>
            <a:endParaRPr b="0" lang="en-US" sz="2200" spc="-1" strike="noStrike">
              <a:solidFill>
                <a:srgbClr val="000000"/>
              </a:solidFill>
              <a:latin typeface="Arial"/>
            </a:endParaRPr>
          </a:p>
          <a:p>
            <a:pPr algn="ctr" defTabSz="914400">
              <a:lnSpc>
                <a:spcPct val="100000"/>
              </a:lnSpc>
            </a:pPr>
            <a:r>
              <a:rPr b="0" lang="en-US" sz="1600" spc="-1" strike="noStrike">
                <a:solidFill>
                  <a:srgbClr val="000000"/>
                </a:solidFill>
                <a:latin typeface="Times New Roman"/>
                <a:ea typeface="SimSun"/>
              </a:rPr>
              <a:t>→ </a:t>
            </a:r>
            <a:r>
              <a:rPr b="0" lang="en-US" sz="1600" spc="-1" strike="noStrike">
                <a:solidFill>
                  <a:srgbClr val="000000"/>
                </a:solidFill>
                <a:latin typeface="Times New Roman"/>
                <a:ea typeface="SimSun"/>
              </a:rPr>
              <a:t>Store asset</a:t>
            </a:r>
            <a:endParaRPr b="0" lang="en-US" sz="1600" spc="-1" strike="noStrike">
              <a:solidFill>
                <a:srgbClr val="000000"/>
              </a:solidFill>
              <a:latin typeface="Arial"/>
            </a:endParaRPr>
          </a:p>
        </p:txBody>
      </p:sp>
      <p:sp>
        <p:nvSpPr>
          <p:cNvPr id="216" name="Rectangle 15"/>
          <p:cNvSpPr/>
          <p:nvPr/>
        </p:nvSpPr>
        <p:spPr>
          <a:xfrm>
            <a:off x="6400080" y="3499920"/>
            <a:ext cx="4299480" cy="1199520"/>
          </a:xfrm>
          <a:prstGeom prst="rect">
            <a:avLst/>
          </a:prstGeom>
          <a:solidFill>
            <a:srgbClr val="ffffff"/>
          </a:solidFill>
          <a:ln w="25400">
            <a:solidFill>
              <a:srgbClr val="b71c1c"/>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200" spc="-1" strike="noStrike">
                <a:solidFill>
                  <a:srgbClr val="b71c1c"/>
                </a:solidFill>
                <a:latin typeface="Times New Roman"/>
                <a:ea typeface="SimSun"/>
              </a:rPr>
              <a:t>FAIL  ✕</a:t>
            </a:r>
            <a:endParaRPr b="0" lang="en-US" sz="2200" spc="-1" strike="noStrike">
              <a:solidFill>
                <a:srgbClr val="000000"/>
              </a:solidFill>
              <a:latin typeface="Arial"/>
            </a:endParaRPr>
          </a:p>
          <a:p>
            <a:pPr algn="ctr" defTabSz="914400">
              <a:lnSpc>
                <a:spcPct val="100000"/>
              </a:lnSpc>
            </a:pPr>
            <a:r>
              <a:rPr b="0" lang="en-US" sz="1600" spc="-1" strike="noStrike">
                <a:solidFill>
                  <a:srgbClr val="000000"/>
                </a:solidFill>
                <a:latin typeface="Times New Roman"/>
                <a:ea typeface="SimSun"/>
              </a:rPr>
              <a:t>→ </a:t>
            </a:r>
            <a:r>
              <a:rPr b="0" lang="en-US" sz="1600" spc="-1" strike="noStrike">
                <a:solidFill>
                  <a:srgbClr val="000000"/>
                </a:solidFill>
                <a:latin typeface="Times New Roman"/>
                <a:ea typeface="SimSun"/>
              </a:rPr>
              <a:t>Re-mark / manual check</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3: TRACK FITTING DATABASE</a:t>
            </a:r>
            <a:endParaRPr b="0" lang="en-US" sz="3600" spc="-1" strike="noStrike">
              <a:solidFill>
                <a:schemeClr val="dk1"/>
              </a:solidFill>
              <a:latin typeface="Arial"/>
            </a:endParaRPr>
          </a:p>
        </p:txBody>
      </p:sp>
      <p:sp>
        <p:nvSpPr>
          <p:cNvPr id="218"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QR-linked railway component records stored as a searchable database.</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Search by fitting ID, location or type.</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Each record lists fitting ID, location, type, AI status, wear percentage and last inspection.</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AI status is tagged SAFE, WARNING or CRITICAL; for example TRK-10004 (Bengaluru, Fish Plate) is CRITICAL at 89% wear.</a:t>
            </a:r>
            <a:endParaRPr b="0" lang="en-US" sz="1600" spc="-1" strike="noStrike">
              <a:solidFill>
                <a:schemeClr val="dk1"/>
              </a:solidFill>
              <a:latin typeface="Arial"/>
            </a:endParaRPr>
          </a:p>
        </p:txBody>
      </p:sp>
      <p:pic>
        <p:nvPicPr>
          <p:cNvPr id="219" name="Picture 3" descr="Screenshot_2026-09-24_101953.png"/>
          <p:cNvPicPr/>
          <p:nvPr/>
        </p:nvPicPr>
        <p:blipFill>
          <a:blip r:embed="rId1"/>
          <a:stretch/>
        </p:blipFill>
        <p:spPr>
          <a:xfrm>
            <a:off x="609480" y="1249920"/>
            <a:ext cx="7149600" cy="407412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BACKEND &amp; SECURE API</a:t>
            </a:r>
            <a:endParaRPr b="0" lang="en-US" sz="3600" spc="-1" strike="noStrike">
              <a:solidFill>
                <a:schemeClr val="dk1"/>
              </a:solidFill>
              <a:latin typeface="Arial"/>
            </a:endParaRPr>
          </a:p>
        </p:txBody>
      </p:sp>
      <p:sp>
        <p:nvSpPr>
          <p:cNvPr id="221"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REST-style APIs connect the dashboard/mobile interface with asset and inspection data.</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Authentication protects user accounts and authorized operations.</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Role-based authorization can separate administrator, inspector and maintenance functions.</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Validation checks asset and inspection information before storage.</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Ownership/access checks prevent unauthorized asset operations.</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Important actions can be recorded in secure event/audit logs.</a:t>
            </a:r>
            <a:endParaRPr b="0" lang="en-US" sz="22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4: SECURE LOGIN</a:t>
            </a:r>
            <a:endParaRPr b="0" lang="en-US" sz="3600" spc="-1" strike="noStrike">
              <a:solidFill>
                <a:schemeClr val="dk1"/>
              </a:solidFill>
              <a:latin typeface="Arial"/>
            </a:endParaRPr>
          </a:p>
        </p:txBody>
      </p:sp>
      <p:sp>
        <p:nvSpPr>
          <p:cNvPr id="223" name="PlaceHolder 2"/>
          <p:cNvSpPr>
            <a:spLocks noGrp="1"/>
          </p:cNvSpPr>
          <p:nvPr>
            <p:ph/>
          </p:nvPr>
        </p:nvSpPr>
        <p:spPr>
          <a:xfrm>
            <a:off x="8600040" y="1249920"/>
            <a:ext cx="2981880" cy="4299480"/>
          </a:xfrm>
          <a:prstGeom prst="rect">
            <a:avLst/>
          </a:prstGeom>
          <a:noFill/>
          <a:ln w="9360">
            <a:noFill/>
          </a:ln>
        </p:spPr>
        <p:txBody>
          <a:bodyPr lIns="90000" rIns="90000" tIns="45000" bIns="45000" anchor="t">
            <a:noAutofit/>
          </a:bodyPr>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Login requires username, password and portal number.</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Separate Admin and Staff access levels.</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Successful authentication confirms access to the dashboard.</a:t>
            </a:r>
            <a:endParaRPr b="0" lang="en-US" sz="1800" spc="-1" strike="noStrike">
              <a:solidFill>
                <a:schemeClr val="dk1"/>
              </a:solidFill>
              <a:latin typeface="Arial"/>
            </a:endParaRPr>
          </a:p>
        </p:txBody>
      </p:sp>
      <p:pic>
        <p:nvPicPr>
          <p:cNvPr id="224" name="Picture 3" descr="Screenshot_2026-09-24_100948.png"/>
          <p:cNvPicPr/>
          <p:nvPr/>
        </p:nvPicPr>
        <p:blipFill>
          <a:blip r:embed="rId1"/>
          <a:stretch/>
        </p:blipFill>
        <p:spPr>
          <a:xfrm>
            <a:off x="609480" y="1249920"/>
            <a:ext cx="3999600" cy="3300120"/>
          </a:xfrm>
          <a:prstGeom prst="rect">
            <a:avLst/>
          </a:prstGeom>
          <a:ln w="19050">
            <a:solidFill>
              <a:srgbClr val="ec6c00"/>
            </a:solidFill>
            <a:round/>
          </a:ln>
        </p:spPr>
      </p:pic>
      <p:sp>
        <p:nvSpPr>
          <p:cNvPr id="225" name="TextBox 4"/>
          <p:cNvSpPr/>
          <p:nvPr/>
        </p:nvSpPr>
        <p:spPr>
          <a:xfrm>
            <a:off x="609480" y="4610520"/>
            <a:ext cx="399960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i="1" lang="en-US" sz="1200" spc="-1" strike="noStrike">
                <a:solidFill>
                  <a:schemeClr val="dk1"/>
                </a:solidFill>
                <a:latin typeface="Times New Roman"/>
                <a:ea typeface="SimSun"/>
              </a:rPr>
              <a:t>Secure login screen</a:t>
            </a:r>
            <a:endParaRPr b="0" lang="en-US" sz="1200" spc="-1" strike="noStrike">
              <a:solidFill>
                <a:srgbClr val="000000"/>
              </a:solidFill>
              <a:latin typeface="Arial"/>
            </a:endParaRPr>
          </a:p>
        </p:txBody>
      </p:sp>
      <p:pic>
        <p:nvPicPr>
          <p:cNvPr id="226" name="Picture 5" descr="Screenshot_2026-09-24_101033.png"/>
          <p:cNvPicPr/>
          <p:nvPr/>
        </p:nvPicPr>
        <p:blipFill>
          <a:blip r:embed="rId2"/>
          <a:stretch/>
        </p:blipFill>
        <p:spPr>
          <a:xfrm>
            <a:off x="4809600" y="1249920"/>
            <a:ext cx="3699720" cy="3480120"/>
          </a:xfrm>
          <a:prstGeom prst="rect">
            <a:avLst/>
          </a:prstGeom>
          <a:ln w="19050">
            <a:solidFill>
              <a:srgbClr val="ec6c00"/>
            </a:solidFill>
            <a:round/>
          </a:ln>
        </p:spPr>
      </p:pic>
      <p:sp>
        <p:nvSpPr>
          <p:cNvPr id="227" name="TextBox 6"/>
          <p:cNvSpPr/>
          <p:nvPr/>
        </p:nvSpPr>
        <p:spPr>
          <a:xfrm>
            <a:off x="4809600" y="4790520"/>
            <a:ext cx="3699720" cy="27252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0" i="1" lang="en-US" sz="1200" spc="-1" strike="noStrike">
                <a:solidFill>
                  <a:schemeClr val="dk1"/>
                </a:solidFill>
                <a:latin typeface="Times New Roman"/>
                <a:ea typeface="SimSun"/>
              </a:rPr>
              <a:t>Admin login successful</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DASHBOARD &amp; FIELD INSPECTION</a:t>
            </a:r>
            <a:endParaRPr b="0" lang="en-US" sz="3600" spc="-1" strike="noStrike">
              <a:solidFill>
                <a:schemeClr val="dk1"/>
              </a:solidFill>
              <a:latin typeface="Arial"/>
            </a:endParaRPr>
          </a:p>
        </p:txBody>
      </p:sp>
      <p:sp>
        <p:nvSpPr>
          <p:cNvPr id="229" name="Rectangle 2"/>
          <p:cNvSpPr/>
          <p:nvPr/>
        </p:nvSpPr>
        <p:spPr>
          <a:xfrm>
            <a:off x="609480" y="1249920"/>
            <a:ext cx="6499800" cy="5194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ASSET MANAGEMENT DASHBOARD</a:t>
            </a:r>
            <a:endParaRPr b="0" lang="en-US" sz="1600" spc="-1" strike="noStrike">
              <a:solidFill>
                <a:srgbClr val="ffffff"/>
              </a:solidFill>
              <a:latin typeface="Arial"/>
            </a:endParaRPr>
          </a:p>
        </p:txBody>
      </p:sp>
      <p:sp>
        <p:nvSpPr>
          <p:cNvPr id="230" name="Rectangle 3"/>
          <p:cNvSpPr/>
          <p:nvPr/>
        </p:nvSpPr>
        <p:spPr>
          <a:xfrm>
            <a:off x="609480" y="1900080"/>
            <a:ext cx="3169800" cy="159948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4000" spc="-1" strike="noStrike">
                <a:solidFill>
                  <a:srgbClr val="ec6c00"/>
                </a:solidFill>
                <a:latin typeface="Times New Roman"/>
                <a:ea typeface="SimSun"/>
              </a:rPr>
              <a:t>1,248</a:t>
            </a:r>
            <a:endParaRPr b="0" lang="en-US" sz="4000" spc="-1" strike="noStrike">
              <a:solidFill>
                <a:srgbClr val="000000"/>
              </a:solidFill>
              <a:latin typeface="Arial"/>
            </a:endParaRPr>
          </a:p>
          <a:p>
            <a:pPr algn="ctr" defTabSz="914400">
              <a:lnSpc>
                <a:spcPct val="100000"/>
              </a:lnSpc>
            </a:pPr>
            <a:r>
              <a:rPr b="0" lang="en-US" sz="1800" spc="-1" strike="noStrike">
                <a:solidFill>
                  <a:srgbClr val="000000"/>
                </a:solidFill>
                <a:latin typeface="Times New Roman"/>
                <a:ea typeface="SimSun"/>
              </a:rPr>
              <a:t>Registered Assets</a:t>
            </a:r>
            <a:endParaRPr b="0" lang="en-US" sz="1800" spc="-1" strike="noStrike">
              <a:solidFill>
                <a:srgbClr val="000000"/>
              </a:solidFill>
              <a:latin typeface="Arial"/>
            </a:endParaRPr>
          </a:p>
        </p:txBody>
      </p:sp>
      <p:sp>
        <p:nvSpPr>
          <p:cNvPr id="231" name="Rectangle 4"/>
          <p:cNvSpPr/>
          <p:nvPr/>
        </p:nvSpPr>
        <p:spPr>
          <a:xfrm>
            <a:off x="3939480" y="1900080"/>
            <a:ext cx="3169800" cy="159948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4000" spc="-1" strike="noStrike">
                <a:solidFill>
                  <a:srgbClr val="ec6c00"/>
                </a:solidFill>
                <a:latin typeface="Times New Roman"/>
                <a:ea typeface="SimSun"/>
              </a:rPr>
              <a:t>1,203</a:t>
            </a:r>
            <a:endParaRPr b="0" lang="en-US" sz="4000" spc="-1" strike="noStrike">
              <a:solidFill>
                <a:srgbClr val="000000"/>
              </a:solidFill>
              <a:latin typeface="Arial"/>
            </a:endParaRPr>
          </a:p>
          <a:p>
            <a:pPr algn="ctr" defTabSz="914400">
              <a:lnSpc>
                <a:spcPct val="100000"/>
              </a:lnSpc>
            </a:pPr>
            <a:r>
              <a:rPr b="0" lang="en-US" sz="1800" spc="-1" strike="noStrike">
                <a:solidFill>
                  <a:srgbClr val="000000"/>
                </a:solidFill>
                <a:latin typeface="Times New Roman"/>
                <a:ea typeface="SimSun"/>
              </a:rPr>
              <a:t>Verified QR</a:t>
            </a:r>
            <a:endParaRPr b="0" lang="en-US" sz="1800" spc="-1" strike="noStrike">
              <a:solidFill>
                <a:srgbClr val="000000"/>
              </a:solidFill>
              <a:latin typeface="Arial"/>
            </a:endParaRPr>
          </a:p>
        </p:txBody>
      </p:sp>
      <p:sp>
        <p:nvSpPr>
          <p:cNvPr id="232" name="Rectangle 5"/>
          <p:cNvSpPr/>
          <p:nvPr/>
        </p:nvSpPr>
        <p:spPr>
          <a:xfrm>
            <a:off x="609480" y="3700080"/>
            <a:ext cx="3169800" cy="159948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4000" spc="-1" strike="noStrike">
                <a:solidFill>
                  <a:srgbClr val="ec6c00"/>
                </a:solidFill>
                <a:latin typeface="Times New Roman"/>
                <a:ea typeface="SimSun"/>
              </a:rPr>
              <a:t>32</a:t>
            </a:r>
            <a:endParaRPr b="0" lang="en-US" sz="4000" spc="-1" strike="noStrike">
              <a:solidFill>
                <a:srgbClr val="000000"/>
              </a:solidFill>
              <a:latin typeface="Arial"/>
            </a:endParaRPr>
          </a:p>
          <a:p>
            <a:pPr algn="ctr" defTabSz="914400">
              <a:lnSpc>
                <a:spcPct val="100000"/>
              </a:lnSpc>
            </a:pPr>
            <a:r>
              <a:rPr b="0" lang="en-US" sz="1800" spc="-1" strike="noStrike">
                <a:solidFill>
                  <a:srgbClr val="000000"/>
                </a:solidFill>
                <a:latin typeface="Times New Roman"/>
                <a:ea typeface="SimSun"/>
              </a:rPr>
              <a:t>Inspection Due</a:t>
            </a:r>
            <a:endParaRPr b="0" lang="en-US" sz="1800" spc="-1" strike="noStrike">
              <a:solidFill>
                <a:srgbClr val="000000"/>
              </a:solidFill>
              <a:latin typeface="Arial"/>
            </a:endParaRPr>
          </a:p>
        </p:txBody>
      </p:sp>
      <p:sp>
        <p:nvSpPr>
          <p:cNvPr id="233" name="Rectangle 6"/>
          <p:cNvSpPr/>
          <p:nvPr/>
        </p:nvSpPr>
        <p:spPr>
          <a:xfrm>
            <a:off x="3939480" y="3700080"/>
            <a:ext cx="3169800" cy="159948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4000" spc="-1" strike="noStrike">
                <a:solidFill>
                  <a:srgbClr val="ec6c00"/>
                </a:solidFill>
                <a:latin typeface="Times New Roman"/>
                <a:ea typeface="SimSun"/>
              </a:rPr>
              <a:t>13</a:t>
            </a:r>
            <a:endParaRPr b="0" lang="en-US" sz="4000" spc="-1" strike="noStrike">
              <a:solidFill>
                <a:srgbClr val="000000"/>
              </a:solidFill>
              <a:latin typeface="Arial"/>
            </a:endParaRPr>
          </a:p>
          <a:p>
            <a:pPr algn="ctr" defTabSz="914400">
              <a:lnSpc>
                <a:spcPct val="100000"/>
              </a:lnSpc>
            </a:pPr>
            <a:r>
              <a:rPr b="0" lang="en-US" sz="1800" spc="-1" strike="noStrike">
                <a:solidFill>
                  <a:srgbClr val="000000"/>
                </a:solidFill>
                <a:latin typeface="Times New Roman"/>
                <a:ea typeface="SimSun"/>
              </a:rPr>
              <a:t>Maintenance Alerts</a:t>
            </a:r>
            <a:endParaRPr b="0" lang="en-US" sz="1800" spc="-1" strike="noStrike">
              <a:solidFill>
                <a:srgbClr val="000000"/>
              </a:solidFill>
              <a:latin typeface="Arial"/>
            </a:endParaRPr>
          </a:p>
        </p:txBody>
      </p:sp>
      <p:sp>
        <p:nvSpPr>
          <p:cNvPr id="234" name="Rectangle 7"/>
          <p:cNvSpPr/>
          <p:nvPr/>
        </p:nvSpPr>
        <p:spPr>
          <a:xfrm>
            <a:off x="7499880" y="1249920"/>
            <a:ext cx="4082040" cy="51948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FIELD SCAN</a:t>
            </a:r>
            <a:endParaRPr b="0" lang="en-US" sz="1600" spc="-1" strike="noStrike">
              <a:solidFill>
                <a:srgbClr val="ffffff"/>
              </a:solidFill>
              <a:latin typeface="Arial"/>
            </a:endParaRPr>
          </a:p>
        </p:txBody>
      </p:sp>
      <p:sp>
        <p:nvSpPr>
          <p:cNvPr id="235" name="Rectangle 8"/>
          <p:cNvSpPr/>
          <p:nvPr/>
        </p:nvSpPr>
        <p:spPr>
          <a:xfrm>
            <a:off x="7499880" y="1900080"/>
            <a:ext cx="4082040" cy="749520"/>
          </a:xfrm>
          <a:prstGeom prst="rect">
            <a:avLst/>
          </a:prstGeom>
          <a:solidFill>
            <a:srgbClr val="fdeee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200" spc="-1" strike="noStrike">
                <a:solidFill>
                  <a:srgbClr val="000000"/>
                </a:solidFill>
                <a:latin typeface="Times New Roman"/>
                <a:ea typeface="SimSun"/>
              </a:rPr>
              <a:t>SCAN QR</a:t>
            </a:r>
            <a:endParaRPr b="0" lang="en-US" sz="2200" spc="-1" strike="noStrike">
              <a:solidFill>
                <a:srgbClr val="000000"/>
              </a:solidFill>
              <a:latin typeface="Arial"/>
            </a:endParaRPr>
          </a:p>
        </p:txBody>
      </p:sp>
      <p:sp>
        <p:nvSpPr>
          <p:cNvPr id="236" name="Down Arrow 9"/>
          <p:cNvSpPr/>
          <p:nvPr/>
        </p:nvSpPr>
        <p:spPr>
          <a:xfrm>
            <a:off x="9391320" y="2700000"/>
            <a:ext cx="299520" cy="329760"/>
          </a:xfrm>
          <a:prstGeom prst="down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37" name="Rectangle 10"/>
          <p:cNvSpPr/>
          <p:nvPr/>
        </p:nvSpPr>
        <p:spPr>
          <a:xfrm>
            <a:off x="7499880" y="3080160"/>
            <a:ext cx="4082040" cy="156960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defTabSz="914400">
              <a:lnSpc>
                <a:spcPct val="100000"/>
              </a:lnSpc>
            </a:pPr>
            <a:r>
              <a:rPr b="0" lang="en-US" sz="1800" spc="-1" strike="noStrike">
                <a:solidFill>
                  <a:srgbClr val="000000"/>
                </a:solidFill>
                <a:latin typeface="Times New Roman"/>
                <a:ea typeface="SimSun"/>
              </a:rPr>
              <a:t>→ </a:t>
            </a:r>
            <a:r>
              <a:rPr b="0" lang="en-US" sz="1800" spc="-1" strike="noStrike">
                <a:solidFill>
                  <a:srgbClr val="000000"/>
                </a:solidFill>
                <a:latin typeface="Times New Roman"/>
                <a:ea typeface="SimSun"/>
              </a:rPr>
              <a:t>Asset identity</a:t>
            </a:r>
            <a:endParaRPr b="0" lang="en-US" sz="1800" spc="-1" strike="noStrike">
              <a:solidFill>
                <a:srgbClr val="000000"/>
              </a:solidFill>
              <a:latin typeface="Arial"/>
            </a:endParaRPr>
          </a:p>
          <a:p>
            <a:pPr defTabSz="914400">
              <a:lnSpc>
                <a:spcPct val="100000"/>
              </a:lnSpc>
            </a:pPr>
            <a:r>
              <a:rPr b="0" lang="en-US" sz="1800" spc="-1" strike="noStrike">
                <a:solidFill>
                  <a:srgbClr val="000000"/>
                </a:solidFill>
                <a:latin typeface="Times New Roman"/>
                <a:ea typeface="SimSun"/>
              </a:rPr>
              <a:t>→ </a:t>
            </a:r>
            <a:r>
              <a:rPr b="0" lang="en-US" sz="1800" spc="-1" strike="noStrike">
                <a:solidFill>
                  <a:srgbClr val="000000"/>
                </a:solidFill>
                <a:latin typeface="Times New Roman"/>
                <a:ea typeface="SimSun"/>
              </a:rPr>
              <a:t>Condition</a:t>
            </a:r>
            <a:endParaRPr b="0" lang="en-US" sz="1800" spc="-1" strike="noStrike">
              <a:solidFill>
                <a:srgbClr val="000000"/>
              </a:solidFill>
              <a:latin typeface="Arial"/>
            </a:endParaRPr>
          </a:p>
          <a:p>
            <a:pPr defTabSz="914400">
              <a:lnSpc>
                <a:spcPct val="100000"/>
              </a:lnSpc>
            </a:pPr>
            <a:r>
              <a:rPr b="0" lang="en-US" sz="1800" spc="-1" strike="noStrike">
                <a:solidFill>
                  <a:srgbClr val="000000"/>
                </a:solidFill>
                <a:latin typeface="Times New Roman"/>
                <a:ea typeface="SimSun"/>
              </a:rPr>
              <a:t>→ </a:t>
            </a:r>
            <a:r>
              <a:rPr b="0" lang="en-US" sz="1800" spc="-1" strike="noStrike">
                <a:solidFill>
                  <a:srgbClr val="000000"/>
                </a:solidFill>
                <a:latin typeface="Times New Roman"/>
                <a:ea typeface="SimSun"/>
              </a:rPr>
              <a:t>Inspection history</a:t>
            </a:r>
            <a:endParaRPr b="0" lang="en-US" sz="1800" spc="-1" strike="noStrike">
              <a:solidFill>
                <a:srgbClr val="000000"/>
              </a:solidFill>
              <a:latin typeface="Arial"/>
            </a:endParaRPr>
          </a:p>
          <a:p>
            <a:pPr defTabSz="914400">
              <a:lnSpc>
                <a:spcPct val="100000"/>
              </a:lnSpc>
            </a:pPr>
            <a:r>
              <a:rPr b="0" lang="en-US" sz="1800" spc="-1" strike="noStrike">
                <a:solidFill>
                  <a:srgbClr val="000000"/>
                </a:solidFill>
                <a:latin typeface="Times New Roman"/>
                <a:ea typeface="SimSun"/>
              </a:rPr>
              <a:t>→ </a:t>
            </a:r>
            <a:r>
              <a:rPr b="0" lang="en-US" sz="1800" spc="-1" strike="noStrike">
                <a:solidFill>
                  <a:srgbClr val="000000"/>
                </a:solidFill>
                <a:latin typeface="Times New Roman"/>
                <a:ea typeface="SimSun"/>
              </a:rPr>
              <a:t>Maintenance record</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5: OPERATIONS DASHBOARD</a:t>
            </a:r>
            <a:endParaRPr b="0" lang="en-US" sz="3600" spc="-1" strike="noStrike">
              <a:solidFill>
                <a:schemeClr val="dk1"/>
              </a:solidFill>
              <a:latin typeface="Arial"/>
            </a:endParaRPr>
          </a:p>
        </p:txBody>
      </p:sp>
      <p:sp>
        <p:nvSpPr>
          <p:cNvPr id="239"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Summary cards: 12,842 track fittings, 9,624 AI inspections, 91.8% safe fittings and 08 critical alerts.</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AI Inspection Status shows 96.4% model confidence across crack, corrosion, wear and structural checks.</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Security Monitor tracks system status, failed logins and unauthorized attempts.</a:t>
            </a:r>
            <a:endParaRPr b="0" lang="en-US" sz="1600" spc="-1" strike="noStrike">
              <a:solidFill>
                <a:schemeClr val="dk1"/>
              </a:solidFill>
              <a:latin typeface="Arial"/>
            </a:endParaRPr>
          </a:p>
          <a:p>
            <a:pPr marL="343080" indent="-343080">
              <a:lnSpc>
                <a:spcPct val="130000"/>
              </a:lnSpc>
              <a:spcBef>
                <a:spcPts val="320"/>
              </a:spcBef>
              <a:buClr>
                <a:srgbClr val="000000"/>
              </a:buClr>
              <a:buFont typeface="Symbol" charset="2"/>
              <a:buChar char=""/>
            </a:pPr>
            <a:r>
              <a:rPr b="0" lang="en-US" sz="1600" spc="-1" strike="noStrike">
                <a:solidFill>
                  <a:schemeClr val="dk1"/>
                </a:solidFill>
                <a:latin typeface="Times New Roman"/>
                <a:ea typeface="SimSun"/>
              </a:rPr>
              <a:t>Sidebar links to Overview, AI Inspection, QR Management, Track Fittings, Cybersecurity and Analytics.</a:t>
            </a:r>
            <a:endParaRPr b="0" lang="en-US" sz="1600" spc="-1" strike="noStrike">
              <a:solidFill>
                <a:schemeClr val="dk1"/>
              </a:solidFill>
              <a:latin typeface="Arial"/>
            </a:endParaRPr>
          </a:p>
        </p:txBody>
      </p:sp>
      <p:pic>
        <p:nvPicPr>
          <p:cNvPr id="240" name="Picture 3" descr="Screenshot_2026-09-24_101103.png"/>
          <p:cNvPicPr/>
          <p:nvPr/>
        </p:nvPicPr>
        <p:blipFill>
          <a:blip r:embed="rId1"/>
          <a:stretch/>
        </p:blipFill>
        <p:spPr>
          <a:xfrm>
            <a:off x="609480" y="1249920"/>
            <a:ext cx="7149600" cy="341640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6: LIVE TRACK NETWORK</a:t>
            </a:r>
            <a:endParaRPr b="0" lang="en-US" sz="3600" spc="-1" strike="noStrike">
              <a:solidFill>
                <a:schemeClr val="dk1"/>
              </a:solidFill>
              <a:latin typeface="Arial"/>
            </a:endParaRPr>
          </a:p>
        </p:txBody>
      </p:sp>
      <p:sp>
        <p:nvSpPr>
          <p:cNvPr id="242"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Live Track Network view plots the monitored locations along the rail line.</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Locations shown: Chennai, Salem, Coimbatore, Bengaluru and Hyderabad.</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Each location is displayed as a marker on the track line.</a:t>
            </a:r>
            <a:endParaRPr b="0" lang="en-US" sz="1800" spc="-1" strike="noStrike">
              <a:solidFill>
                <a:schemeClr val="dk1"/>
              </a:solidFill>
              <a:latin typeface="Arial"/>
            </a:endParaRPr>
          </a:p>
        </p:txBody>
      </p:sp>
      <p:pic>
        <p:nvPicPr>
          <p:cNvPr id="243" name="Picture 3" descr="Screenshot_2026-09-24_101923.png"/>
          <p:cNvPicPr/>
          <p:nvPr/>
        </p:nvPicPr>
        <p:blipFill>
          <a:blip r:embed="rId1"/>
          <a:stretch/>
        </p:blipFill>
        <p:spPr>
          <a:xfrm>
            <a:off x="609480" y="1249920"/>
            <a:ext cx="7149600" cy="326412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4"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CYBERSECURITY &amp; OPERATIONAL SAFETY</a:t>
            </a:r>
            <a:endParaRPr b="0" lang="en-US" sz="3600" spc="-1" strike="noStrike">
              <a:solidFill>
                <a:schemeClr val="dk1"/>
              </a:solidFill>
              <a:latin typeface="Arial"/>
            </a:endParaRPr>
          </a:p>
        </p:txBody>
      </p:sp>
      <p:sp>
        <p:nvSpPr>
          <p:cNvPr id="245"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Authentication limits access to authorized users.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Role-based authorization protects sensitive asset and maintenance operations.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Encrypted communication protects data between application components.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Secure event logs provide traceability for important system actions.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Camera-based danger-zone analysis can identify people near the laser operating area.</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Protected alerts can notify authorized railway personnel of safety conditions.</a:t>
            </a:r>
            <a:endParaRPr b="0" lang="en-US" sz="24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7: CYBERSECURITY ALERT</a:t>
            </a:r>
            <a:endParaRPr b="0" lang="en-US" sz="3600" spc="-1" strike="noStrike">
              <a:solidFill>
                <a:schemeClr val="dk1"/>
              </a:solidFill>
              <a:latin typeface="Arial"/>
            </a:endParaRPr>
          </a:p>
        </p:txBody>
      </p:sp>
      <p:sp>
        <p:nvSpPr>
          <p:cNvPr id="247" name="PlaceHolder 2"/>
          <p:cNvSpPr>
            <a:spLocks noGrp="1"/>
          </p:cNvSpPr>
          <p:nvPr>
            <p:ph/>
          </p:nvPr>
        </p:nvSpPr>
        <p:spPr>
          <a:xfrm>
            <a:off x="5100120" y="1249920"/>
            <a:ext cx="6482160" cy="4299480"/>
          </a:xfrm>
          <a:prstGeom prst="rect">
            <a:avLst/>
          </a:prstGeom>
          <a:noFill/>
          <a:ln w="9360">
            <a:noFill/>
          </a:ln>
        </p:spPr>
        <p:txBody>
          <a:bodyPr lIns="90000" rIns="90000" tIns="45000" bIns="45000" anchor="t">
            <a:noAutofit/>
          </a:bodyPr>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An invalid login attempt raises the alert “Cybersecurity Alert: Unauthorized Access Attempt!”.</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Failed and unauthorized attempts are reported in the dashboard's Security Monitor.</a:t>
            </a:r>
            <a:endParaRPr b="0" lang="en-US" sz="1800" spc="-1" strike="noStrike">
              <a:solidFill>
                <a:schemeClr val="dk1"/>
              </a:solidFill>
              <a:latin typeface="Arial"/>
            </a:endParaRPr>
          </a:p>
        </p:txBody>
      </p:sp>
      <p:pic>
        <p:nvPicPr>
          <p:cNvPr id="248" name="Picture 3" descr="Screenshot_2026-09-24_101459.png"/>
          <p:cNvPicPr/>
          <p:nvPr/>
        </p:nvPicPr>
        <p:blipFill>
          <a:blip r:embed="rId1"/>
          <a:stretch/>
        </p:blipFill>
        <p:spPr>
          <a:xfrm>
            <a:off x="609480" y="1249920"/>
            <a:ext cx="4299480" cy="423684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ANALYTICS &amp; PREDICTIVE MAINTENANCE</a:t>
            </a:r>
            <a:endParaRPr b="0" lang="en-US" sz="3600" spc="-1" strike="noStrike">
              <a:solidFill>
                <a:schemeClr val="dk1"/>
              </a:solidFill>
              <a:latin typeface="Arial"/>
            </a:endParaRPr>
          </a:p>
        </p:txBody>
      </p:sp>
      <p:sp>
        <p:nvSpPr>
          <p:cNvPr id="250" name="PlaceHolder 2"/>
          <p:cNvSpPr>
            <a:spLocks noGrp="1"/>
          </p:cNvSpPr>
          <p:nvPr>
            <p:ph/>
          </p:nvPr>
        </p:nvSpPr>
        <p:spPr>
          <a:xfrm>
            <a:off x="609480" y="2000160"/>
            <a:ext cx="10972440" cy="3699720"/>
          </a:xfrm>
          <a:prstGeom prst="rect">
            <a:avLst/>
          </a:prstGeom>
          <a:noFill/>
          <a:ln w="9360">
            <a:noFill/>
          </a:ln>
        </p:spPr>
        <p:txBody>
          <a:bodyPr lIns="90000" rIns="90000" tIns="45000" bIns="45000" anchor="t">
            <a:noAutofit/>
          </a:bodyPr>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QR scans connect field observations to a persistent asset record.</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Historical inspection data can reveal repeated issues and maintenance patterns.</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Condition information can support maintenance prioritization.</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Future ML models can estimate maintenance requirements from validated historical data.</a:t>
            </a:r>
            <a:endParaRPr b="0" lang="en-US" sz="2400" spc="-1" strike="noStrike">
              <a:solidFill>
                <a:schemeClr val="dk1"/>
              </a:solidFill>
              <a:latin typeface="Arial"/>
            </a:endParaRPr>
          </a:p>
          <a:p>
            <a:pPr marL="343080" indent="-343080" algn="just">
              <a:lnSpc>
                <a:spcPct val="150000"/>
              </a:lnSpc>
              <a:spcBef>
                <a:spcPts val="479"/>
              </a:spcBef>
              <a:buClr>
                <a:srgbClr val="000000"/>
              </a:buClr>
              <a:buFont typeface="Symbol" charset="2"/>
              <a:buChar char=""/>
            </a:pPr>
            <a:r>
              <a:rPr b="0" lang="en-US" sz="2400" spc="-1" strike="noStrike">
                <a:solidFill>
                  <a:schemeClr val="dk1"/>
                </a:solidFill>
                <a:latin typeface="Times New Roman"/>
                <a:ea typeface="SimSun"/>
              </a:rPr>
              <a:t>Alerts can be generated for failed inspections or scheduled maintenance.</a:t>
            </a:r>
            <a:endParaRPr b="0" lang="en-US" sz="2400" spc="-1" strike="noStrike">
              <a:solidFill>
                <a:schemeClr val="dk1"/>
              </a:solidFill>
              <a:latin typeface="Arial"/>
            </a:endParaRPr>
          </a:p>
        </p:txBody>
      </p:sp>
      <p:sp>
        <p:nvSpPr>
          <p:cNvPr id="251" name="Rectangle 3"/>
          <p:cNvSpPr/>
          <p:nvPr/>
        </p:nvSpPr>
        <p:spPr>
          <a:xfrm>
            <a:off x="609480" y="1199880"/>
            <a:ext cx="22996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IDENTIFY</a:t>
            </a:r>
            <a:endParaRPr b="0" lang="en-US" sz="1600" spc="-1" strike="noStrike">
              <a:solidFill>
                <a:srgbClr val="ffffff"/>
              </a:solidFill>
              <a:latin typeface="Arial"/>
            </a:endParaRPr>
          </a:p>
        </p:txBody>
      </p:sp>
      <p:sp>
        <p:nvSpPr>
          <p:cNvPr id="252" name="Right Arrow 4"/>
          <p:cNvSpPr/>
          <p:nvPr/>
        </p:nvSpPr>
        <p:spPr>
          <a:xfrm>
            <a:off x="2969640" y="1329840"/>
            <a:ext cx="470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53" name="Rectangle 5"/>
          <p:cNvSpPr/>
          <p:nvPr/>
        </p:nvSpPr>
        <p:spPr>
          <a:xfrm>
            <a:off x="3500640" y="1199880"/>
            <a:ext cx="22996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INSPECT</a:t>
            </a:r>
            <a:endParaRPr b="0" lang="en-US" sz="1600" spc="-1" strike="noStrike">
              <a:solidFill>
                <a:srgbClr val="ffffff"/>
              </a:solidFill>
              <a:latin typeface="Arial"/>
            </a:endParaRPr>
          </a:p>
        </p:txBody>
      </p:sp>
      <p:sp>
        <p:nvSpPr>
          <p:cNvPr id="254" name="Right Arrow 6"/>
          <p:cNvSpPr/>
          <p:nvPr/>
        </p:nvSpPr>
        <p:spPr>
          <a:xfrm>
            <a:off x="5860440" y="1329840"/>
            <a:ext cx="470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55" name="Rectangle 7"/>
          <p:cNvSpPr/>
          <p:nvPr/>
        </p:nvSpPr>
        <p:spPr>
          <a:xfrm>
            <a:off x="6391440" y="1199880"/>
            <a:ext cx="22996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ANALYZE</a:t>
            </a:r>
            <a:endParaRPr b="0" lang="en-US" sz="1600" spc="-1" strike="noStrike">
              <a:solidFill>
                <a:srgbClr val="ffffff"/>
              </a:solidFill>
              <a:latin typeface="Arial"/>
            </a:endParaRPr>
          </a:p>
        </p:txBody>
      </p:sp>
      <p:sp>
        <p:nvSpPr>
          <p:cNvPr id="256" name="Right Arrow 8"/>
          <p:cNvSpPr/>
          <p:nvPr/>
        </p:nvSpPr>
        <p:spPr>
          <a:xfrm>
            <a:off x="8751600" y="1329840"/>
            <a:ext cx="47052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57" name="Rectangle 9"/>
          <p:cNvSpPr/>
          <p:nvPr/>
        </p:nvSpPr>
        <p:spPr>
          <a:xfrm>
            <a:off x="9282240" y="1199880"/>
            <a:ext cx="2299680" cy="55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PREDICT</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MODULE 8: ANALYTICS</a:t>
            </a:r>
            <a:endParaRPr b="0" lang="en-US" sz="3600" spc="-1" strike="noStrike">
              <a:solidFill>
                <a:schemeClr val="dk1"/>
              </a:solidFill>
              <a:latin typeface="Arial"/>
            </a:endParaRPr>
          </a:p>
        </p:txBody>
      </p:sp>
      <p:sp>
        <p:nvSpPr>
          <p:cNvPr id="259" name="PlaceHolder 2"/>
          <p:cNvSpPr>
            <a:spLocks noGrp="1"/>
          </p:cNvSpPr>
          <p:nvPr>
            <p:ph/>
          </p:nvPr>
        </p:nvSpPr>
        <p:spPr>
          <a:xfrm>
            <a:off x="7999920" y="1249920"/>
            <a:ext cx="3582000" cy="4399560"/>
          </a:xfrm>
          <a:prstGeom prst="rect">
            <a:avLst/>
          </a:prstGeom>
          <a:noFill/>
          <a:ln w="9360">
            <a:noFill/>
          </a:ln>
        </p:spPr>
        <p:txBody>
          <a:bodyPr lIns="90000" rIns="90000" tIns="45000" bIns="45000" anchor="t">
            <a:noAutofit/>
          </a:bodyPr>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AI inspections: 9,624 (up 18.5%).</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Defect detection: 438 cases flagged as requiring monitoring.</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Maintenance completed: 392 (89.5% completed).</a:t>
            </a:r>
            <a:endParaRPr b="0" lang="en-US" sz="1800" spc="-1" strike="noStrike">
              <a:solidFill>
                <a:schemeClr val="dk1"/>
              </a:solidFill>
              <a:latin typeface="Arial"/>
            </a:endParaRPr>
          </a:p>
          <a:p>
            <a:pPr marL="343080" indent="-343080">
              <a:lnSpc>
                <a:spcPct val="140000"/>
              </a:lnSpc>
              <a:spcBef>
                <a:spcPts val="360"/>
              </a:spcBef>
              <a:buClr>
                <a:srgbClr val="000000"/>
              </a:buClr>
              <a:buFont typeface="Symbol" charset="2"/>
              <a:buChar char=""/>
            </a:pPr>
            <a:r>
              <a:rPr b="0" lang="en-US" sz="1800" spc="-1" strike="noStrike">
                <a:solidFill>
                  <a:schemeClr val="dk1"/>
                </a:solidFill>
                <a:latin typeface="Times New Roman"/>
                <a:ea typeface="SimSun"/>
              </a:rPr>
              <a:t>Monthly Inspection Performance rises from 68% in January to 89% in April.</a:t>
            </a:r>
            <a:endParaRPr b="0" lang="en-US" sz="1800" spc="-1" strike="noStrike">
              <a:solidFill>
                <a:schemeClr val="dk1"/>
              </a:solidFill>
              <a:latin typeface="Arial"/>
            </a:endParaRPr>
          </a:p>
        </p:txBody>
      </p:sp>
      <p:pic>
        <p:nvPicPr>
          <p:cNvPr id="260" name="Picture 3" descr="Screenshot_2026-09-24_101252.png"/>
          <p:cNvPicPr/>
          <p:nvPr/>
        </p:nvPicPr>
        <p:blipFill>
          <a:blip r:embed="rId1"/>
          <a:stretch/>
        </p:blipFill>
        <p:spPr>
          <a:xfrm>
            <a:off x="609480" y="1249920"/>
            <a:ext cx="7149600" cy="3976920"/>
          </a:xfrm>
          <a:prstGeom prst="rect">
            <a:avLst/>
          </a:prstGeom>
          <a:ln w="19050">
            <a:solidFill>
              <a:srgbClr val="ec6c00"/>
            </a:solidFill>
            <a:round/>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FUTURE ENHANCEMENTS</a:t>
            </a:r>
            <a:endParaRPr b="0" lang="en-US" sz="3600" spc="-1" strike="noStrike">
              <a:solidFill>
                <a:schemeClr val="dk1"/>
              </a:solidFill>
              <a:latin typeface="Arial"/>
            </a:endParaRPr>
          </a:p>
        </p:txBody>
      </p:sp>
      <p:sp>
        <p:nvSpPr>
          <p:cNvPr id="262" name="Rectangle 2"/>
          <p:cNvSpPr/>
          <p:nvPr/>
        </p:nvSpPr>
        <p:spPr>
          <a:xfrm>
            <a:off x="609480" y="1900080"/>
            <a:ext cx="18997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000" spc="-1" strike="noStrike">
                <a:solidFill>
                  <a:srgbClr val="ffffff"/>
                </a:solidFill>
                <a:latin typeface="Times New Roman"/>
                <a:ea typeface="SimSun"/>
              </a:rPr>
              <a:t>NOW</a:t>
            </a:r>
            <a:endParaRPr b="0" lang="en-US" sz="2000" spc="-1" strike="noStrike">
              <a:solidFill>
                <a:srgbClr val="ffffff"/>
              </a:solidFill>
              <a:latin typeface="Arial"/>
            </a:endParaRPr>
          </a:p>
        </p:txBody>
      </p:sp>
      <p:sp>
        <p:nvSpPr>
          <p:cNvPr id="263" name="Rectangle 3"/>
          <p:cNvSpPr/>
          <p:nvPr/>
        </p:nvSpPr>
        <p:spPr>
          <a:xfrm>
            <a:off x="609480" y="2499840"/>
            <a:ext cx="1899720" cy="189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QR + laser + AI verification</a:t>
            </a:r>
            <a:endParaRPr b="0" lang="en-US" sz="1800" spc="-1" strike="noStrike">
              <a:solidFill>
                <a:srgbClr val="000000"/>
              </a:solidFill>
              <a:latin typeface="Arial"/>
            </a:endParaRPr>
          </a:p>
        </p:txBody>
      </p:sp>
      <p:sp>
        <p:nvSpPr>
          <p:cNvPr id="264" name="Right Arrow 4"/>
          <p:cNvSpPr/>
          <p:nvPr/>
        </p:nvSpPr>
        <p:spPr>
          <a:xfrm>
            <a:off x="2559600" y="2049840"/>
            <a:ext cx="26784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65" name="Rectangle 5"/>
          <p:cNvSpPr/>
          <p:nvPr/>
        </p:nvSpPr>
        <p:spPr>
          <a:xfrm>
            <a:off x="2877840" y="1900080"/>
            <a:ext cx="18997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000" spc="-1" strike="noStrike">
                <a:solidFill>
                  <a:srgbClr val="ffffff"/>
                </a:solidFill>
                <a:latin typeface="Times New Roman"/>
                <a:ea typeface="SimSun"/>
              </a:rPr>
              <a:t>NEXT</a:t>
            </a:r>
            <a:endParaRPr b="0" lang="en-US" sz="2000" spc="-1" strike="noStrike">
              <a:solidFill>
                <a:srgbClr val="ffffff"/>
              </a:solidFill>
              <a:latin typeface="Arial"/>
            </a:endParaRPr>
          </a:p>
        </p:txBody>
      </p:sp>
      <p:sp>
        <p:nvSpPr>
          <p:cNvPr id="266" name="Rectangle 6"/>
          <p:cNvSpPr/>
          <p:nvPr/>
        </p:nvSpPr>
        <p:spPr>
          <a:xfrm>
            <a:off x="2877840" y="2499840"/>
            <a:ext cx="1899720" cy="189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Mobile app + richer dashboard</a:t>
            </a:r>
            <a:endParaRPr b="0" lang="en-US" sz="1800" spc="-1" strike="noStrike">
              <a:solidFill>
                <a:srgbClr val="000000"/>
              </a:solidFill>
              <a:latin typeface="Arial"/>
            </a:endParaRPr>
          </a:p>
        </p:txBody>
      </p:sp>
      <p:sp>
        <p:nvSpPr>
          <p:cNvPr id="267" name="Right Arrow 7"/>
          <p:cNvSpPr/>
          <p:nvPr/>
        </p:nvSpPr>
        <p:spPr>
          <a:xfrm>
            <a:off x="4827960" y="2049840"/>
            <a:ext cx="26784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68" name="Rectangle 8"/>
          <p:cNvSpPr/>
          <p:nvPr/>
        </p:nvSpPr>
        <p:spPr>
          <a:xfrm>
            <a:off x="5145840" y="1900080"/>
            <a:ext cx="18997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000" spc="-1" strike="noStrike">
                <a:solidFill>
                  <a:srgbClr val="ffffff"/>
                </a:solidFill>
                <a:latin typeface="Times New Roman"/>
                <a:ea typeface="SimSun"/>
              </a:rPr>
              <a:t>THEN</a:t>
            </a:r>
            <a:endParaRPr b="0" lang="en-US" sz="2000" spc="-1" strike="noStrike">
              <a:solidFill>
                <a:srgbClr val="ffffff"/>
              </a:solidFill>
              <a:latin typeface="Arial"/>
            </a:endParaRPr>
          </a:p>
        </p:txBody>
      </p:sp>
      <p:sp>
        <p:nvSpPr>
          <p:cNvPr id="269" name="Rectangle 9"/>
          <p:cNvSpPr/>
          <p:nvPr/>
        </p:nvSpPr>
        <p:spPr>
          <a:xfrm>
            <a:off x="5145840" y="2499840"/>
            <a:ext cx="1899720" cy="189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IoT condition sensors</a:t>
            </a:r>
            <a:endParaRPr b="0" lang="en-US" sz="1800" spc="-1" strike="noStrike">
              <a:solidFill>
                <a:srgbClr val="000000"/>
              </a:solidFill>
              <a:latin typeface="Arial"/>
            </a:endParaRPr>
          </a:p>
        </p:txBody>
      </p:sp>
      <p:sp>
        <p:nvSpPr>
          <p:cNvPr id="270" name="Right Arrow 10"/>
          <p:cNvSpPr/>
          <p:nvPr/>
        </p:nvSpPr>
        <p:spPr>
          <a:xfrm>
            <a:off x="7095960" y="2049840"/>
            <a:ext cx="26784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71" name="Rectangle 11"/>
          <p:cNvSpPr/>
          <p:nvPr/>
        </p:nvSpPr>
        <p:spPr>
          <a:xfrm>
            <a:off x="7414200" y="1900080"/>
            <a:ext cx="18997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000" spc="-1" strike="noStrike">
                <a:solidFill>
                  <a:srgbClr val="ffffff"/>
                </a:solidFill>
                <a:latin typeface="Times New Roman"/>
                <a:ea typeface="SimSun"/>
              </a:rPr>
              <a:t>LATER</a:t>
            </a:r>
            <a:endParaRPr b="0" lang="en-US" sz="2000" spc="-1" strike="noStrike">
              <a:solidFill>
                <a:srgbClr val="ffffff"/>
              </a:solidFill>
              <a:latin typeface="Arial"/>
            </a:endParaRPr>
          </a:p>
        </p:txBody>
      </p:sp>
      <p:sp>
        <p:nvSpPr>
          <p:cNvPr id="272" name="Rectangle 12"/>
          <p:cNvSpPr/>
          <p:nvPr/>
        </p:nvSpPr>
        <p:spPr>
          <a:xfrm>
            <a:off x="7414200" y="2499840"/>
            <a:ext cx="1899720" cy="189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Predictive maintenance models</a:t>
            </a:r>
            <a:endParaRPr b="0" lang="en-US" sz="1800" spc="-1" strike="noStrike">
              <a:solidFill>
                <a:srgbClr val="000000"/>
              </a:solidFill>
              <a:latin typeface="Arial"/>
            </a:endParaRPr>
          </a:p>
        </p:txBody>
      </p:sp>
      <p:sp>
        <p:nvSpPr>
          <p:cNvPr id="273" name="Right Arrow 13"/>
          <p:cNvSpPr/>
          <p:nvPr/>
        </p:nvSpPr>
        <p:spPr>
          <a:xfrm>
            <a:off x="9364320" y="2049840"/>
            <a:ext cx="26784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74" name="Rectangle 14"/>
          <p:cNvSpPr/>
          <p:nvPr/>
        </p:nvSpPr>
        <p:spPr>
          <a:xfrm>
            <a:off x="9682560" y="1900080"/>
            <a:ext cx="1899720" cy="59976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2000" spc="-1" strike="noStrike">
                <a:solidFill>
                  <a:srgbClr val="ffffff"/>
                </a:solidFill>
                <a:latin typeface="Times New Roman"/>
                <a:ea typeface="SimSun"/>
              </a:rPr>
              <a:t>SCALE</a:t>
            </a:r>
            <a:endParaRPr b="0" lang="en-US" sz="2000" spc="-1" strike="noStrike">
              <a:solidFill>
                <a:srgbClr val="ffffff"/>
              </a:solidFill>
              <a:latin typeface="Arial"/>
            </a:endParaRPr>
          </a:p>
        </p:txBody>
      </p:sp>
      <p:sp>
        <p:nvSpPr>
          <p:cNvPr id="275" name="Rectangle 15"/>
          <p:cNvSpPr/>
          <p:nvPr/>
        </p:nvSpPr>
        <p:spPr>
          <a:xfrm>
            <a:off x="9682560" y="2499840"/>
            <a:ext cx="1899720" cy="1899720"/>
          </a:xfrm>
          <a:prstGeom prst="rect">
            <a:avLst/>
          </a:prstGeom>
          <a:solidFill>
            <a:srgbClr val="ffffff"/>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0" lang="en-US" sz="1800" spc="-1" strike="noStrike">
                <a:solidFill>
                  <a:srgbClr val="000000"/>
                </a:solidFill>
                <a:latin typeface="Times New Roman"/>
                <a:ea typeface="SimSun"/>
              </a:rPr>
              <a:t>Multi-zone railway deployment</a:t>
            </a:r>
            <a:endParaRPr b="0" lang="en-US"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CONCLUSION</a:t>
            </a:r>
            <a:endParaRPr b="0" lang="en-US" sz="3600" spc="-1" strike="noStrike">
              <a:solidFill>
                <a:schemeClr val="dk1"/>
              </a:solidFill>
              <a:latin typeface="Arial"/>
            </a:endParaRPr>
          </a:p>
        </p:txBody>
      </p:sp>
      <p:sp>
        <p:nvSpPr>
          <p:cNvPr id="277" name="PlaceHolder 2"/>
          <p:cNvSpPr>
            <a:spLocks noGrp="1"/>
          </p:cNvSpPr>
          <p:nvPr>
            <p:ph/>
          </p:nvPr>
        </p:nvSpPr>
        <p:spPr>
          <a:xfrm>
            <a:off x="609480" y="2149920"/>
            <a:ext cx="10972440" cy="3499560"/>
          </a:xfrm>
          <a:prstGeom prst="rect">
            <a:avLst/>
          </a:prstGeom>
          <a:noFill/>
          <a:ln w="9360">
            <a:noFill/>
          </a:ln>
        </p:spPr>
        <p:txBody>
          <a:bodyPr lIns="90000" rIns="90000" tIns="45000" bIns="45000" anchor="t">
            <a:noAutofit/>
          </a:bodyPr>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The proposed architecture connects railway track fittings with a durable digital identity.</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AI and machine vision automate marking analysis, QR verification and visual inspection.</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Cloud traceability creates a searchable lifecycle record for authorized users.</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2200" spc="-1" strike="noStrike">
                <a:solidFill>
                  <a:schemeClr val="dk1"/>
                </a:solidFill>
                <a:latin typeface="Times New Roman"/>
                <a:ea typeface="SimSun"/>
              </a:rPr>
              <a:t>The same platform can evolve toward analytics, IoT and predictive maintenance.</a:t>
            </a:r>
            <a:endParaRPr b="0" lang="en-US" sz="2200" spc="-1" strike="noStrike">
              <a:solidFill>
                <a:schemeClr val="dk1"/>
              </a:solidFill>
              <a:latin typeface="Arial"/>
            </a:endParaRPr>
          </a:p>
        </p:txBody>
      </p:sp>
      <p:sp>
        <p:nvSpPr>
          <p:cNvPr id="278" name="Rectangle 3"/>
          <p:cNvSpPr/>
          <p:nvPr/>
        </p:nvSpPr>
        <p:spPr>
          <a:xfrm>
            <a:off x="609480" y="1199880"/>
            <a:ext cx="339948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PHYSICAL ASSET</a:t>
            </a:r>
            <a:endParaRPr b="0" lang="en-US" sz="1600" spc="-1" strike="noStrike">
              <a:solidFill>
                <a:srgbClr val="ffffff"/>
              </a:solidFill>
              <a:latin typeface="Arial"/>
            </a:endParaRPr>
          </a:p>
        </p:txBody>
      </p:sp>
      <p:sp>
        <p:nvSpPr>
          <p:cNvPr id="279" name="Right Arrow 4"/>
          <p:cNvSpPr/>
          <p:nvPr/>
        </p:nvSpPr>
        <p:spPr>
          <a:xfrm>
            <a:off x="4059720" y="1370160"/>
            <a:ext cx="28620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80" name="Rectangle 5"/>
          <p:cNvSpPr/>
          <p:nvPr/>
        </p:nvSpPr>
        <p:spPr>
          <a:xfrm>
            <a:off x="4395960" y="1199880"/>
            <a:ext cx="339948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DIGITAL IDENTITY</a:t>
            </a:r>
            <a:endParaRPr b="0" lang="en-US" sz="1600" spc="-1" strike="noStrike">
              <a:solidFill>
                <a:srgbClr val="ffffff"/>
              </a:solidFill>
              <a:latin typeface="Arial"/>
            </a:endParaRPr>
          </a:p>
        </p:txBody>
      </p:sp>
      <p:sp>
        <p:nvSpPr>
          <p:cNvPr id="281" name="Right Arrow 6"/>
          <p:cNvSpPr/>
          <p:nvPr/>
        </p:nvSpPr>
        <p:spPr>
          <a:xfrm>
            <a:off x="7845840" y="1370160"/>
            <a:ext cx="286200" cy="299520"/>
          </a:xfrm>
          <a:prstGeom prst="rightArrow">
            <a:avLst>
              <a:gd name="adj1" fmla="val 50000"/>
              <a:gd name="adj2" fmla="val 50000"/>
            </a:avLst>
          </a:prstGeom>
          <a:solidFill>
            <a:srgbClr val="ec6c00"/>
          </a:solidFill>
          <a:ln>
            <a:no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endParaRPr b="0" lang="en-US" sz="1800" spc="-1" strike="noStrike">
              <a:solidFill>
                <a:schemeClr val="lt1"/>
              </a:solidFill>
              <a:latin typeface="Arial"/>
              <a:ea typeface="SimSun"/>
            </a:endParaRPr>
          </a:p>
        </p:txBody>
      </p:sp>
      <p:sp>
        <p:nvSpPr>
          <p:cNvPr id="282" name="Rectangle 7"/>
          <p:cNvSpPr/>
          <p:nvPr/>
        </p:nvSpPr>
        <p:spPr>
          <a:xfrm>
            <a:off x="8182440" y="1199880"/>
            <a:ext cx="3399480" cy="649800"/>
          </a:xfrm>
          <a:prstGeom prst="rect">
            <a:avLst/>
          </a:prstGeom>
          <a:solidFill>
            <a:srgbClr val="ec6c00"/>
          </a:solidFill>
          <a:ln w="15875">
            <a:solidFill>
              <a:srgbClr val="ec6c00"/>
            </a:solidFill>
          </a:ln>
        </p:spPr>
        <p:style>
          <a:lnRef idx="1">
            <a:schemeClr val="accent1"/>
          </a:lnRef>
          <a:fillRef idx="3">
            <a:schemeClr val="accent1"/>
          </a:fillRef>
          <a:effectRef idx="2">
            <a:schemeClr val="accent1"/>
          </a:effectRef>
          <a:fontRef idx="minor"/>
        </p:style>
        <p:txBody>
          <a:bodyPr lIns="90000" rIns="90000" tIns="45000" bIns="45000" anchor="ctr">
            <a:noAutofit/>
          </a:bodyPr>
          <a:p>
            <a:pPr algn="ctr" defTabSz="914400">
              <a:lnSpc>
                <a:spcPct val="100000"/>
              </a:lnSpc>
            </a:pPr>
            <a:r>
              <a:rPr b="1" lang="en-US" sz="1600" spc="-1" strike="noStrike">
                <a:solidFill>
                  <a:srgbClr val="ffffff"/>
                </a:solidFill>
                <a:latin typeface="Times New Roman"/>
                <a:ea typeface="SimSun"/>
              </a:rPr>
              <a:t>INTELLIGENT MAINTENANCE</a:t>
            </a:r>
            <a:endParaRPr b="0" lang="en-US" sz="16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title"/>
          </p:nvPr>
        </p:nvSpPr>
        <p:spPr>
          <a:xfrm>
            <a:off x="609480" y="190440"/>
            <a:ext cx="10972440" cy="699480"/>
          </a:xfrm>
          <a:prstGeom prst="rect">
            <a:avLst/>
          </a:prstGeom>
          <a:noFill/>
          <a:ln w="9360">
            <a:noFill/>
          </a:ln>
        </p:spPr>
        <p:txBody>
          <a:bodyPr lIns="90000" rIns="90000" tIns="45000" bIns="45000" anchor="ctr">
            <a:noAutofit/>
          </a:bodyPr>
          <a:p>
            <a:pPr indent="0">
              <a:lnSpc>
                <a:spcPct val="100000"/>
              </a:lnSpc>
              <a:buNone/>
            </a:pPr>
            <a:r>
              <a:rPr b="0" lang="en-US" sz="3600" spc="-1" strike="noStrike">
                <a:solidFill>
                  <a:schemeClr val="dk1"/>
                </a:solidFill>
                <a:latin typeface="Times New Roman"/>
                <a:ea typeface="SimSun"/>
              </a:rPr>
              <a:t>REFERENCES</a:t>
            </a:r>
            <a:endParaRPr b="0" lang="en-US" sz="3600" spc="-1" strike="noStrike">
              <a:solidFill>
                <a:schemeClr val="dk1"/>
              </a:solidFill>
              <a:latin typeface="Arial"/>
            </a:endParaRPr>
          </a:p>
        </p:txBody>
      </p:sp>
      <p:sp>
        <p:nvSpPr>
          <p:cNvPr id="221" name="PlaceHolder 2"/>
          <p:cNvSpPr>
            <a:spLocks noGrp="1"/>
          </p:cNvSpPr>
          <p:nvPr>
            <p:ph/>
          </p:nvPr>
        </p:nvSpPr>
        <p:spPr>
          <a:xfrm>
            <a:off x="609480" y="1174680"/>
            <a:ext cx="10972440" cy="4549680"/>
          </a:xfrm>
          <a:prstGeom prst="rect">
            <a:avLst/>
          </a:prstGeom>
          <a:noFill/>
          <a:ln w="9360">
            <a:noFill/>
          </a:ln>
        </p:spPr>
        <p:txBody>
          <a:bodyPr lIns="90000" rIns="90000" tIns="45000" bIns="45000" anchor="t">
            <a:noAutofit/>
          </a:bodyPr>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Research Designs and Standards Organisation (RDSO), Ministry of Railways, Government of India. https://rdso.indianrailways.gov.in</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Ministry of Railways, Government of India — Indian Railways. https://indianrailways.gov.in</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J. Redmon, S. Divvala, R. Girshick and A. Farhadi, “You Only Look Once: Unified, Real-Time Object Detection,” IEEE CVPR, 2016, pp. 779–788.</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Y. LeCun, Y. Bengio and G. Hinton, “Deep learning,” Nature, vol. 521, pp. 436–444, 2015.</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ISO/IEC 18004:2015, Information technology — QR Code bar code symbology specification.</a:t>
            </a:r>
            <a:endParaRPr b="0" lang="en-US" sz="2200" spc="-1" strike="noStrike">
              <a:solidFill>
                <a:schemeClr val="dk1"/>
              </a:solidFill>
              <a:latin typeface="Arial"/>
            </a:endParaRPr>
          </a:p>
          <a:p>
            <a:pPr marL="343080" indent="-343080" algn="just">
              <a:lnSpc>
                <a:spcPct val="150000"/>
              </a:lnSpc>
              <a:spcBef>
                <a:spcPts val="439"/>
              </a:spcBef>
              <a:buClr>
                <a:srgbClr val="000000"/>
              </a:buClr>
              <a:buFont typeface="Symbol" charset="2"/>
              <a:buChar char=""/>
            </a:pPr>
            <a:r>
              <a:rPr b="0" lang="en-US" sz="1500" spc="-1" strike="noStrike">
                <a:solidFill>
                  <a:schemeClr val="dk1"/>
                </a:solidFill>
                <a:latin typeface="Times New Roman"/>
                <a:ea typeface="SimSun"/>
              </a:rPr>
              <a:t>R. T. Fielding, “Architectural Styles and the Design of Network-based Software Architectures,” Ph.D. dissertation, Univ. of California, Irvine, 2000.</a:t>
            </a:r>
            <a:endParaRPr b="0" lang="en-US" sz="2200" spc="-1" strike="noStrike">
              <a:solidFill>
                <a:schemeClr val="dk1"/>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83" name="PlaceHolder 1"/>
          <p:cNvSpPr>
            <a:spLocks noGrp="1"/>
          </p:cNvSpPr>
          <p:nvPr>
            <p:ph/>
          </p:nvPr>
        </p:nvSpPr>
        <p:spPr>
          <a:xfrm>
            <a:off x="3657600" y="2656800"/>
            <a:ext cx="5684400" cy="1069200"/>
          </a:xfrm>
          <a:prstGeom prst="rect">
            <a:avLst/>
          </a:prstGeom>
          <a:noFill/>
          <a:ln w="9360">
            <a:noFill/>
          </a:ln>
        </p:spPr>
        <p:txBody>
          <a:bodyPr lIns="90000" rIns="90000" tIns="45000" bIns="45000" anchor="t">
            <a:normAutofit/>
          </a:bodyPr>
          <a:p>
            <a:pPr indent="0">
              <a:lnSpc>
                <a:spcPct val="100000"/>
              </a:lnSpc>
              <a:spcBef>
                <a:spcPts val="1080"/>
              </a:spcBef>
              <a:buNone/>
              <a:tabLst>
                <a:tab algn="l" pos="0"/>
              </a:tabLst>
            </a:pPr>
            <a:r>
              <a:rPr b="0" lang="en-US" sz="5400" spc="-1" strike="noStrike">
                <a:solidFill>
                  <a:schemeClr val="accent6">
                    <a:lumMod val="75000"/>
                  </a:schemeClr>
                </a:solidFill>
                <a:latin typeface="Times New Roman"/>
                <a:ea typeface="SimSun"/>
              </a:rPr>
              <a:t>THANK YOU</a:t>
            </a:r>
            <a:endParaRPr b="0" lang="en-US" sz="5400" spc="-1" strike="noStrike">
              <a:solidFill>
                <a:schemeClr val="dk1"/>
              </a:solidFill>
              <a:latin typeface="Arial"/>
            </a:endParaRPr>
          </a:p>
        </p:txBody>
      </p:sp>
      <p:sp>
        <p:nvSpPr>
          <p:cNvPr id="284" name="TextBox 3"/>
          <p:cNvSpPr/>
          <p:nvPr/>
        </p:nvSpPr>
        <p:spPr>
          <a:xfrm>
            <a:off x="1523880" y="3899880"/>
            <a:ext cx="9143640" cy="607680"/>
          </a:xfrm>
          <a:prstGeom prst="rect">
            <a:avLst/>
          </a:prstGeom>
          <a:noFill/>
          <a:ln w="0">
            <a:noFill/>
          </a:ln>
        </p:spPr>
        <p:style>
          <a:lnRef idx="0"/>
          <a:fillRef idx="0"/>
          <a:effectRef idx="0"/>
          <a:fontRef idx="minor"/>
        </p:style>
        <p:txBody>
          <a:bodyPr lIns="90000" rIns="90000" tIns="45000" bIns="45000" anchor="t">
            <a:spAutoFit/>
          </a:bodyPr>
          <a:p>
            <a:pPr algn="ctr" defTabSz="914400">
              <a:lnSpc>
                <a:spcPct val="100000"/>
              </a:lnSpc>
            </a:pPr>
            <a:r>
              <a:rPr b="1" lang="en-US" sz="1800" spc="-1" strike="noStrike">
                <a:solidFill>
                  <a:srgbClr val="000000"/>
                </a:solidFill>
                <a:latin typeface="Times New Roman"/>
                <a:ea typeface="SimSun"/>
              </a:rPr>
              <a:t>AI-Based Laser QR Code Marking &amp; Machine-Vision Traceability System</a:t>
            </a:r>
            <a:endParaRPr b="0" lang="en-US" sz="1800" spc="-1" strike="noStrike">
              <a:solidFill>
                <a:srgbClr val="000000"/>
              </a:solidFill>
              <a:latin typeface="Arial"/>
            </a:endParaRPr>
          </a:p>
          <a:p>
            <a:pPr algn="ctr" defTabSz="914400">
              <a:lnSpc>
                <a:spcPct val="100000"/>
              </a:lnSpc>
            </a:pPr>
            <a:r>
              <a:rPr b="0" lang="en-US" sz="1600" spc="-1" strike="noStrike">
                <a:solidFill>
                  <a:srgbClr val="000000"/>
                </a:solidFill>
                <a:latin typeface="Times New Roman"/>
                <a:ea typeface="SimSun"/>
              </a:rPr>
              <a:t>V. KANISHKA SRI  •  K. RITHIKROSHINI  •  A. HARIDEVI</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3.xml><?xml version="1.0" encoding="utf-8"?>
<a:theme xmlns:a="http://schemas.openxmlformats.org/drawingml/2006/main" xmlns:r="http://schemas.openxmlformats.org/officeDocument/2006/relationships" name="Orange Waves">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range Waves">
      <a:majorFont>
        <a:latin typeface="Arial" pitchFamily="0" charset="1"/>
        <a:ea typeface="SimSun" pitchFamily="0" charset="1"/>
        <a:cs typeface=""/>
      </a:majorFont>
      <a:minorFont>
        <a:latin typeface="Arial" pitchFamily="0" charset="1"/>
        <a:ea typeface="SimSun" pitchFamily="0" charset="1"/>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9870</Words>
  <Paragraphs>402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2024-03-06T05:56:00Z</dcterms:created>
  <dc:creator>Emglitz-Telecalling</dc:creator>
  <dc:description/>
  <dc:language>en-US</dc:language>
  <cp:lastModifiedBy>DELL</cp:lastModifiedBy>
  <cp:lastPrinted>2024-03-06T05:56:00Z</cp:lastPrinted>
  <dcterms:modified xsi:type="dcterms:W3CDTF">2026-09-24T08:27:43Z</dcterms:modified>
  <cp:revision>45</cp:revision>
  <dc:subject/>
  <dc:title>V.S.B. College of Engineering Technical Campus   Approved by AICTE , New Delhi &amp; Affiliated to Anna University                            Coimbatore to pollachi Road NH-209, Ealur Privu, Kinathukadavu Taluk,      Coimbatore-642109, Tamil Nadu ,India .Email :office@vsbcetc.com Website:www.vsbcetc.com    DEPARTMENT OF INFORMATION TECHNOLOGY   ZEROTH REVIEW</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23B2E5CC54964C399C22207F4765ABB3_13</vt:lpwstr>
  </property>
  <property fmtid="{D5CDD505-2E9C-101B-9397-08002B2CF9AE}" pid="3" name="KSOProductBuildVer">
    <vt:lpwstr>1033-12.1.0.28485</vt:lpwstr>
  </property>
  <property fmtid="{D5CDD505-2E9C-101B-9397-08002B2CF9AE}" pid="4" name="PresentationFormat">
    <vt:lpwstr>Widescreen</vt:lpwstr>
  </property>
  <property fmtid="{D5CDD505-2E9C-101B-9397-08002B2CF9AE}" pid="5" name="Slides">
    <vt:r8>30</vt:r8>
  </property>
</Properties>
</file>